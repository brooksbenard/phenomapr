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0002"/>
    <a:srgbClr val="D191B3"/>
    <a:srgbClr val="C3B1A6"/>
    <a:srgbClr val="F5E7F4"/>
    <a:srgbClr val="E4D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/>
    <p:restoredTop sz="94711"/>
  </p:normalViewPr>
  <p:slideViewPr>
    <p:cSldViewPr snapToGrid="0">
      <p:cViewPr>
        <p:scale>
          <a:sx n="241" d="100"/>
          <a:sy n="241" d="100"/>
        </p:scale>
        <p:origin x="72" y="-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D52B2-6AB3-B6A6-D645-050C86E78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4D0E10-0308-B608-0F20-F76D4A37FA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AF358-118C-1E30-31B0-B5C73E02A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A745-DC22-0A48-BAFD-F932E2AF7E73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38338-985A-9998-5C43-00E775FCE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7DB91-949A-6306-BD03-406F0A073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CB6A4-90D2-3F47-B454-DE055E7E6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711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81C48-9A93-8CB8-A8D2-28C944665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EF7F9-7006-E88C-6E1B-317B05871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56358-E077-7085-C86E-19C7C920F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A745-DC22-0A48-BAFD-F932E2AF7E73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9012C-5D02-AB3B-45CA-0EFE7101F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0098D-43BF-5CD1-DA7F-81D851185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CB6A4-90D2-3F47-B454-DE055E7E6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862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ADCFD-84DD-AB72-67BC-11B4CA974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64618-E326-A252-CC5E-78A5954E6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CA264-7EE2-4FD7-333C-64D433880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A745-DC22-0A48-BAFD-F932E2AF7E73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1D377-F6CD-4C87-0FB1-8F6907448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9FFAC-7DAD-818C-F28A-6B10F9A22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CB6A4-90D2-3F47-B454-DE055E7E6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03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1CEB0-03D6-CEBB-278E-7BF79EAF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DBAE5-B5E3-F33B-40B9-4442C63938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D9AFCE-4024-5822-B780-9CA9C79AB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C7E3FA-AD02-C670-A7DF-A1F0B80AB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A745-DC22-0A48-BAFD-F932E2AF7E73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FD5F9-406C-F093-61DC-039482910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72DAC3-3BBC-1508-4E95-D8319CAD3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CB6A4-90D2-3F47-B454-DE055E7E6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4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59A3E-6020-EDF4-19EF-357CD2C0D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08130-714C-F5DB-2967-8FB3A5C48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7D9F7E-DF7A-BA86-52A0-38BE348E6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087149-6E59-162E-576D-C4A86D6BCA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EE7D95-BFB3-BCA3-AA20-2739AF2ADB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05F5B7-8833-3D79-8764-B925595A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A745-DC22-0A48-BAFD-F932E2AF7E73}" type="datetimeFigureOut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0EF6D4-DA6F-58D8-61E3-E05D16F8A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20E56E-63B8-64C6-2685-9711FE7A5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CB6A4-90D2-3F47-B454-DE055E7E6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451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A3E8C-9451-77A7-F77C-8B0EC7EA5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B74BA3-57CA-E6A0-72A6-B974A3D9C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A745-DC22-0A48-BAFD-F932E2AF7E73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91ED3-CBAE-6CE6-9076-FC6967557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0FFBE7-79E3-5AEE-4763-F7C716C84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CB6A4-90D2-3F47-B454-DE055E7E6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189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F087C6-9C02-6F1A-0936-E0947866A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A745-DC22-0A48-BAFD-F932E2AF7E73}" type="datetimeFigureOut">
              <a:rPr lang="en-US" smtClean="0"/>
              <a:t>3/2/26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ED0E39-86FA-0219-254B-52AE3B73C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98C55-6FE4-795E-46FE-595A0491B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CB6A4-90D2-3F47-B454-DE055E7E6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569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E6D01-37A4-7221-8E5B-583BA0D00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9587D-442A-73B9-49D1-9D0179401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26C64A-68AC-2187-AE23-2230D62A7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2E20E6-EBAD-AD82-B8D7-47945E94B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A745-DC22-0A48-BAFD-F932E2AF7E73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EC371-4DA6-B233-6B88-E7CA9AFF4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7F8A2-9A1D-D00C-37BA-AE8F4F616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CB6A4-90D2-3F47-B454-DE055E7E6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2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DA0F9-7CE0-E43A-EDD7-51F59AAD9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AC7457-2AD3-532B-87D2-76E56B1941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92D930-7F3D-B55B-EA1C-C292A2AD69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C41DB-B251-AB39-B1A7-A6AC2E465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A745-DC22-0A48-BAFD-F932E2AF7E73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457859-E081-1A66-9A33-87E5BFC0F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A2503E-F9CC-9D7C-36AA-DF5EF5D9E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CB6A4-90D2-3F47-B454-DE055E7E6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938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68416-8450-D091-9E16-14927D147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37CB79-724A-3408-8BA3-AD1025E86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56D81-C339-658B-7F14-D0F8C9E00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A745-DC22-0A48-BAFD-F932E2AF7E73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5A0DE-EB94-3902-63FB-B0710BD2C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FAA8B-7122-76FD-EC18-786CB87A8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CB6A4-90D2-3F47-B454-DE055E7E6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051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115CF8-2838-3236-B12C-912AE9D1AB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56AD98-2977-B22E-B7F9-583B68735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73709-4DF0-DDD9-2CE7-CEC8A2E4A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A745-DC22-0A48-BAFD-F932E2AF7E73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DCFA7-CAD8-2D88-688D-F89E49A2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3C25D-6A80-5554-CAD1-61836A6F7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CB6A4-90D2-3F47-B454-DE055E7E6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641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934C0-F984-30CF-EBEC-C8E1BE184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7047A-3BA3-D97E-24DC-7A092E5FF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D4236-EDA5-6A04-2397-CDEA780CFF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31A745-DC22-0A48-BAFD-F932E2AF7E73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52185-8977-6BE1-C6F8-55AE557FF6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7A980-A657-59FC-C3D3-83E9C60B2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CB6A4-90D2-3F47-B454-DE055E7E6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422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roup 146">
            <a:extLst>
              <a:ext uri="{FF2B5EF4-FFF2-40B4-BE49-F238E27FC236}">
                <a16:creationId xmlns:a16="http://schemas.microsoft.com/office/drawing/2014/main" id="{675D95E5-35EF-46BC-AF01-EF81D08BA74D}"/>
              </a:ext>
            </a:extLst>
          </p:cNvPr>
          <p:cNvGrpSpPr/>
          <p:nvPr/>
        </p:nvGrpSpPr>
        <p:grpSpPr>
          <a:xfrm>
            <a:off x="6834901" y="1010773"/>
            <a:ext cx="3055477" cy="2354727"/>
            <a:chOff x="6834901" y="1010773"/>
            <a:chExt cx="3055477" cy="2354727"/>
          </a:xfrm>
        </p:grpSpPr>
        <p:sp>
          <p:nvSpPr>
            <p:cNvPr id="5" name="Trapezoid 2473">
              <a:extLst>
                <a:ext uri="{FF2B5EF4-FFF2-40B4-BE49-F238E27FC236}">
                  <a16:creationId xmlns:a16="http://schemas.microsoft.com/office/drawing/2014/main" id="{D6AD4798-1B2B-253F-E9F4-0D9BD0FE298D}"/>
                </a:ext>
              </a:extLst>
            </p:cNvPr>
            <p:cNvSpPr/>
            <p:nvPr/>
          </p:nvSpPr>
          <p:spPr>
            <a:xfrm rot="10800000">
              <a:off x="6834901" y="2135028"/>
              <a:ext cx="3055477" cy="980893"/>
            </a:xfrm>
            <a:custGeom>
              <a:avLst/>
              <a:gdLst>
                <a:gd name="csX0" fmla="*/ 0 w 3006917"/>
                <a:gd name="csY0" fmla="*/ 1121585 h 1121585"/>
                <a:gd name="csX1" fmla="*/ 333515 w 3006917"/>
                <a:gd name="csY1" fmla="*/ 0 h 1121585"/>
                <a:gd name="csX2" fmla="*/ 2673402 w 3006917"/>
                <a:gd name="csY2" fmla="*/ 0 h 1121585"/>
                <a:gd name="csX3" fmla="*/ 3006917 w 3006917"/>
                <a:gd name="csY3" fmla="*/ 1121585 h 1121585"/>
                <a:gd name="csX4" fmla="*/ 0 w 3006917"/>
                <a:gd name="csY4" fmla="*/ 1121585 h 1121585"/>
                <a:gd name="csX0" fmla="*/ 0 w 3006917"/>
                <a:gd name="csY0" fmla="*/ 1121585 h 1121585"/>
                <a:gd name="csX1" fmla="*/ 333515 w 3006917"/>
                <a:gd name="csY1" fmla="*/ 0 h 1121585"/>
                <a:gd name="csX2" fmla="*/ 2725489 w 3006917"/>
                <a:gd name="csY2" fmla="*/ 196770 h 1121585"/>
                <a:gd name="csX3" fmla="*/ 3006917 w 3006917"/>
                <a:gd name="csY3" fmla="*/ 1121585 h 1121585"/>
                <a:gd name="csX4" fmla="*/ 0 w 3006917"/>
                <a:gd name="csY4" fmla="*/ 1121585 h 1121585"/>
                <a:gd name="csX0" fmla="*/ 0 w 3006917"/>
                <a:gd name="csY0" fmla="*/ 1191033 h 1191033"/>
                <a:gd name="csX1" fmla="*/ 275641 w 3006917"/>
                <a:gd name="csY1" fmla="*/ 0 h 1191033"/>
                <a:gd name="csX2" fmla="*/ 2725489 w 3006917"/>
                <a:gd name="csY2" fmla="*/ 266218 h 1191033"/>
                <a:gd name="csX3" fmla="*/ 3006917 w 3006917"/>
                <a:gd name="csY3" fmla="*/ 1191033 h 1191033"/>
                <a:gd name="csX4" fmla="*/ 0 w 3006917"/>
                <a:gd name="csY4" fmla="*/ 1191033 h 1191033"/>
                <a:gd name="csX0" fmla="*/ 0 w 3006917"/>
                <a:gd name="csY0" fmla="*/ 1191033 h 1191033"/>
                <a:gd name="csX1" fmla="*/ 275641 w 3006917"/>
                <a:gd name="csY1" fmla="*/ 0 h 1191033"/>
                <a:gd name="csX2" fmla="*/ 2744659 w 3006917"/>
                <a:gd name="csY2" fmla="*/ 305588 h 1191033"/>
                <a:gd name="csX3" fmla="*/ 3006917 w 3006917"/>
                <a:gd name="csY3" fmla="*/ 1191033 h 1191033"/>
                <a:gd name="csX4" fmla="*/ 0 w 3006917"/>
                <a:gd name="csY4" fmla="*/ 1191033 h 1191033"/>
                <a:gd name="csX0" fmla="*/ 0 w 3006917"/>
                <a:gd name="csY0" fmla="*/ 1191033 h 1191033"/>
                <a:gd name="csX1" fmla="*/ 275641 w 3006917"/>
                <a:gd name="csY1" fmla="*/ 0 h 1191033"/>
                <a:gd name="csX2" fmla="*/ 2754245 w 3006917"/>
                <a:gd name="csY2" fmla="*/ 309167 h 1191033"/>
                <a:gd name="csX3" fmla="*/ 3006917 w 3006917"/>
                <a:gd name="csY3" fmla="*/ 1191033 h 1191033"/>
                <a:gd name="csX4" fmla="*/ 0 w 3006917"/>
                <a:gd name="csY4" fmla="*/ 1191033 h 1191033"/>
                <a:gd name="csX0" fmla="*/ 0 w 3006917"/>
                <a:gd name="csY0" fmla="*/ 1180296 h 1180296"/>
                <a:gd name="csX1" fmla="*/ 278836 w 3006917"/>
                <a:gd name="csY1" fmla="*/ 0 h 1180296"/>
                <a:gd name="csX2" fmla="*/ 2754245 w 3006917"/>
                <a:gd name="csY2" fmla="*/ 298430 h 1180296"/>
                <a:gd name="csX3" fmla="*/ 3006917 w 3006917"/>
                <a:gd name="csY3" fmla="*/ 1180296 h 1180296"/>
                <a:gd name="csX4" fmla="*/ 0 w 3006917"/>
                <a:gd name="csY4" fmla="*/ 1180296 h 1180296"/>
                <a:gd name="csX0" fmla="*/ 0 w 2940717"/>
                <a:gd name="csY0" fmla="*/ 1204562 h 1204562"/>
                <a:gd name="csX1" fmla="*/ 212636 w 2940717"/>
                <a:gd name="csY1" fmla="*/ 0 h 1204562"/>
                <a:gd name="csX2" fmla="*/ 2688045 w 2940717"/>
                <a:gd name="csY2" fmla="*/ 298430 h 1204562"/>
                <a:gd name="csX3" fmla="*/ 2940717 w 2940717"/>
                <a:gd name="csY3" fmla="*/ 1180296 h 1204562"/>
                <a:gd name="csX4" fmla="*/ 0 w 2940717"/>
                <a:gd name="csY4" fmla="*/ 1204562 h 1204562"/>
                <a:gd name="csX0" fmla="*/ 0 w 2940717"/>
                <a:gd name="csY0" fmla="*/ 1204562 h 1204562"/>
                <a:gd name="csX1" fmla="*/ 212636 w 2940717"/>
                <a:gd name="csY1" fmla="*/ 0 h 1204562"/>
                <a:gd name="csX2" fmla="*/ 2648321 w 2940717"/>
                <a:gd name="csY2" fmla="*/ 325757 h 1204562"/>
                <a:gd name="csX3" fmla="*/ 2940717 w 2940717"/>
                <a:gd name="csY3" fmla="*/ 1180296 h 1204562"/>
                <a:gd name="csX4" fmla="*/ 0 w 2940717"/>
                <a:gd name="csY4" fmla="*/ 1204562 h 1204562"/>
                <a:gd name="csX0" fmla="*/ 0 w 2940717"/>
                <a:gd name="csY0" fmla="*/ 1200658 h 1200658"/>
                <a:gd name="csX1" fmla="*/ 267640 w 2940717"/>
                <a:gd name="csY1" fmla="*/ 0 h 1200658"/>
                <a:gd name="csX2" fmla="*/ 2648321 w 2940717"/>
                <a:gd name="csY2" fmla="*/ 321853 h 1200658"/>
                <a:gd name="csX3" fmla="*/ 2940717 w 2940717"/>
                <a:gd name="csY3" fmla="*/ 1176392 h 1200658"/>
                <a:gd name="csX4" fmla="*/ 0 w 2940717"/>
                <a:gd name="csY4" fmla="*/ 1200658 h 1200658"/>
                <a:gd name="csX0" fmla="*/ 0 w 2940717"/>
                <a:gd name="csY0" fmla="*/ 1200658 h 1200658"/>
                <a:gd name="csX1" fmla="*/ 267640 w 2940717"/>
                <a:gd name="csY1" fmla="*/ 0 h 1200658"/>
                <a:gd name="csX2" fmla="*/ 2661076 w 2940717"/>
                <a:gd name="csY2" fmla="*/ 321853 h 1200658"/>
                <a:gd name="csX3" fmla="*/ 2940717 w 2940717"/>
                <a:gd name="csY3" fmla="*/ 1176392 h 1200658"/>
                <a:gd name="csX4" fmla="*/ 0 w 2940717"/>
                <a:gd name="csY4" fmla="*/ 1200658 h 1200658"/>
                <a:gd name="csX0" fmla="*/ 0 w 2940717"/>
                <a:gd name="csY0" fmla="*/ 1206089 h 1206089"/>
                <a:gd name="csX1" fmla="*/ 284647 w 2940717"/>
                <a:gd name="csY1" fmla="*/ 0 h 1206089"/>
                <a:gd name="csX2" fmla="*/ 2661076 w 2940717"/>
                <a:gd name="csY2" fmla="*/ 327284 h 1206089"/>
                <a:gd name="csX3" fmla="*/ 2940717 w 2940717"/>
                <a:gd name="csY3" fmla="*/ 1181823 h 1206089"/>
                <a:gd name="csX4" fmla="*/ 0 w 2940717"/>
                <a:gd name="csY4" fmla="*/ 1206089 h 1206089"/>
                <a:gd name="csX0" fmla="*/ 0 w 2940717"/>
                <a:gd name="csY0" fmla="*/ 1206089 h 1206089"/>
                <a:gd name="csX1" fmla="*/ 284647 w 2940717"/>
                <a:gd name="csY1" fmla="*/ 0 h 1206089"/>
                <a:gd name="csX2" fmla="*/ 2673830 w 2940717"/>
                <a:gd name="csY2" fmla="*/ 321853 h 1206089"/>
                <a:gd name="csX3" fmla="*/ 2940717 w 2940717"/>
                <a:gd name="csY3" fmla="*/ 1181823 h 1206089"/>
                <a:gd name="csX4" fmla="*/ 0 w 2940717"/>
                <a:gd name="csY4" fmla="*/ 1206089 h 1206089"/>
                <a:gd name="csX0" fmla="*/ 0 w 2940717"/>
                <a:gd name="csY0" fmla="*/ 1206089 h 1206089"/>
                <a:gd name="csX1" fmla="*/ 299926 w 2940717"/>
                <a:gd name="csY1" fmla="*/ 0 h 1206089"/>
                <a:gd name="csX2" fmla="*/ 2673830 w 2940717"/>
                <a:gd name="csY2" fmla="*/ 321853 h 1206089"/>
                <a:gd name="csX3" fmla="*/ 2940717 w 2940717"/>
                <a:gd name="csY3" fmla="*/ 1181823 h 1206089"/>
                <a:gd name="csX4" fmla="*/ 0 w 2940717"/>
                <a:gd name="csY4" fmla="*/ 1206089 h 1206089"/>
                <a:gd name="csX0" fmla="*/ 0 w 2940717"/>
                <a:gd name="csY0" fmla="*/ 1206089 h 1206089"/>
                <a:gd name="csX1" fmla="*/ 299926 w 2940717"/>
                <a:gd name="csY1" fmla="*/ 0 h 1206089"/>
                <a:gd name="csX2" fmla="*/ 2673830 w 2940717"/>
                <a:gd name="csY2" fmla="*/ 337469 h 1206089"/>
                <a:gd name="csX3" fmla="*/ 2940717 w 2940717"/>
                <a:gd name="csY3" fmla="*/ 1181823 h 1206089"/>
                <a:gd name="csX4" fmla="*/ 0 w 2940717"/>
                <a:gd name="csY4" fmla="*/ 1206089 h 1206089"/>
                <a:gd name="csX0" fmla="*/ 0 w 2940717"/>
                <a:gd name="csY0" fmla="*/ 1206089 h 1206089"/>
                <a:gd name="csX1" fmla="*/ 299926 w 2940717"/>
                <a:gd name="csY1" fmla="*/ 0 h 1206089"/>
                <a:gd name="csX2" fmla="*/ 2664663 w 2940717"/>
                <a:gd name="csY2" fmla="*/ 329661 h 1206089"/>
                <a:gd name="csX3" fmla="*/ 2940717 w 2940717"/>
                <a:gd name="csY3" fmla="*/ 1181823 h 1206089"/>
                <a:gd name="csX4" fmla="*/ 0 w 2940717"/>
                <a:gd name="csY4" fmla="*/ 1206089 h 12060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940717" h="1206089">
                  <a:moveTo>
                    <a:pt x="0" y="1206089"/>
                  </a:moveTo>
                  <a:lnTo>
                    <a:pt x="299926" y="0"/>
                  </a:lnTo>
                  <a:lnTo>
                    <a:pt x="2664663" y="329661"/>
                  </a:lnTo>
                  <a:lnTo>
                    <a:pt x="2940717" y="1181823"/>
                  </a:lnTo>
                  <a:lnTo>
                    <a:pt x="0" y="1206089"/>
                  </a:lnTo>
                  <a:close/>
                </a:path>
              </a:pathLst>
            </a:custGeom>
            <a:gradFill>
              <a:gsLst>
                <a:gs pos="100000">
                  <a:schemeClr val="bg1"/>
                </a:gs>
                <a:gs pos="0">
                  <a:schemeClr val="bg1">
                    <a:lumMod val="95000"/>
                  </a:schemeClr>
                </a:gs>
                <a:gs pos="5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F4D3F2D-6798-A2FA-40AC-D31D51ACBD5E}"/>
                </a:ext>
              </a:extLst>
            </p:cNvPr>
            <p:cNvSpPr>
              <a:spLocks/>
            </p:cNvSpPr>
            <p:nvPr/>
          </p:nvSpPr>
          <p:spPr>
            <a:xfrm>
              <a:off x="8778558" y="1923575"/>
              <a:ext cx="443920" cy="39386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803874"/>
                        <a:gd name="connsiteY0" fmla="*/ 371159 h 742317"/>
                        <a:gd name="connsiteX1" fmla="*/ 401937 w 803874"/>
                        <a:gd name="connsiteY1" fmla="*/ 0 h 742317"/>
                        <a:gd name="connsiteX2" fmla="*/ 803874 w 803874"/>
                        <a:gd name="connsiteY2" fmla="*/ 371159 h 742317"/>
                        <a:gd name="connsiteX3" fmla="*/ 401937 w 803874"/>
                        <a:gd name="connsiteY3" fmla="*/ 742318 h 742317"/>
                        <a:gd name="connsiteX4" fmla="*/ 0 w 803874"/>
                        <a:gd name="connsiteY4" fmla="*/ 371159 h 74231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803874" h="742317" fill="none" extrusionOk="0">
                          <a:moveTo>
                            <a:pt x="0" y="371159"/>
                          </a:moveTo>
                          <a:cubicBezTo>
                            <a:pt x="45535" y="171576"/>
                            <a:pt x="186072" y="-12593"/>
                            <a:pt x="401937" y="0"/>
                          </a:cubicBezTo>
                          <a:cubicBezTo>
                            <a:pt x="565761" y="-8906"/>
                            <a:pt x="765126" y="202655"/>
                            <a:pt x="803874" y="371159"/>
                          </a:cubicBezTo>
                          <a:cubicBezTo>
                            <a:pt x="802693" y="564877"/>
                            <a:pt x="596863" y="779922"/>
                            <a:pt x="401937" y="742318"/>
                          </a:cubicBezTo>
                          <a:cubicBezTo>
                            <a:pt x="221268" y="765448"/>
                            <a:pt x="15181" y="579794"/>
                            <a:pt x="0" y="371159"/>
                          </a:cubicBezTo>
                          <a:close/>
                        </a:path>
                        <a:path w="803874" h="742317" stroke="0" extrusionOk="0">
                          <a:moveTo>
                            <a:pt x="0" y="371159"/>
                          </a:moveTo>
                          <a:cubicBezTo>
                            <a:pt x="-44590" y="138670"/>
                            <a:pt x="119469" y="22701"/>
                            <a:pt x="401937" y="0"/>
                          </a:cubicBezTo>
                          <a:cubicBezTo>
                            <a:pt x="650090" y="5509"/>
                            <a:pt x="786427" y="166729"/>
                            <a:pt x="803874" y="371159"/>
                          </a:cubicBezTo>
                          <a:cubicBezTo>
                            <a:pt x="784532" y="595033"/>
                            <a:pt x="619056" y="769210"/>
                            <a:pt x="401937" y="742318"/>
                          </a:cubicBezTo>
                          <a:cubicBezTo>
                            <a:pt x="127209" y="713460"/>
                            <a:pt x="5957" y="578990"/>
                            <a:pt x="0" y="37115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4400" dirty="0">
                <a:latin typeface="Aptos Narrow" panose="020B0004020202020204" pitchFamily="34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3EA7241-CE18-A530-5D99-1E7A3342F020}"/>
                </a:ext>
              </a:extLst>
            </p:cNvPr>
            <p:cNvSpPr>
              <a:spLocks/>
            </p:cNvSpPr>
            <p:nvPr/>
          </p:nvSpPr>
          <p:spPr>
            <a:xfrm>
              <a:off x="7475954" y="1932961"/>
              <a:ext cx="419421" cy="37212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803874"/>
                        <a:gd name="connsiteY0" fmla="*/ 371159 h 742317"/>
                        <a:gd name="connsiteX1" fmla="*/ 401937 w 803874"/>
                        <a:gd name="connsiteY1" fmla="*/ 0 h 742317"/>
                        <a:gd name="connsiteX2" fmla="*/ 803874 w 803874"/>
                        <a:gd name="connsiteY2" fmla="*/ 371159 h 742317"/>
                        <a:gd name="connsiteX3" fmla="*/ 401937 w 803874"/>
                        <a:gd name="connsiteY3" fmla="*/ 742318 h 742317"/>
                        <a:gd name="connsiteX4" fmla="*/ 0 w 803874"/>
                        <a:gd name="connsiteY4" fmla="*/ 371159 h 74231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803874" h="742317" fill="none" extrusionOk="0">
                          <a:moveTo>
                            <a:pt x="0" y="371159"/>
                          </a:moveTo>
                          <a:cubicBezTo>
                            <a:pt x="45535" y="171576"/>
                            <a:pt x="186072" y="-12593"/>
                            <a:pt x="401937" y="0"/>
                          </a:cubicBezTo>
                          <a:cubicBezTo>
                            <a:pt x="565761" y="-8906"/>
                            <a:pt x="765126" y="202655"/>
                            <a:pt x="803874" y="371159"/>
                          </a:cubicBezTo>
                          <a:cubicBezTo>
                            <a:pt x="802693" y="564877"/>
                            <a:pt x="596863" y="779922"/>
                            <a:pt x="401937" y="742318"/>
                          </a:cubicBezTo>
                          <a:cubicBezTo>
                            <a:pt x="221268" y="765448"/>
                            <a:pt x="15181" y="579794"/>
                            <a:pt x="0" y="371159"/>
                          </a:cubicBezTo>
                          <a:close/>
                        </a:path>
                        <a:path w="803874" h="742317" stroke="0" extrusionOk="0">
                          <a:moveTo>
                            <a:pt x="0" y="371159"/>
                          </a:moveTo>
                          <a:cubicBezTo>
                            <a:pt x="-44590" y="138670"/>
                            <a:pt x="119469" y="22701"/>
                            <a:pt x="401937" y="0"/>
                          </a:cubicBezTo>
                          <a:cubicBezTo>
                            <a:pt x="650090" y="5509"/>
                            <a:pt x="786427" y="166729"/>
                            <a:pt x="803874" y="371159"/>
                          </a:cubicBezTo>
                          <a:cubicBezTo>
                            <a:pt x="784532" y="595033"/>
                            <a:pt x="619056" y="769210"/>
                            <a:pt x="401937" y="742318"/>
                          </a:cubicBezTo>
                          <a:cubicBezTo>
                            <a:pt x="127209" y="713460"/>
                            <a:pt x="5957" y="578990"/>
                            <a:pt x="0" y="37115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4400" dirty="0">
                <a:latin typeface="Aptos Narrow" panose="020B0004020202020204" pitchFamily="34" charset="0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443B4542-5BC9-72A6-D930-5763AA89E5DC}"/>
                </a:ext>
              </a:extLst>
            </p:cNvPr>
            <p:cNvGrpSpPr/>
            <p:nvPr/>
          </p:nvGrpSpPr>
          <p:grpSpPr>
            <a:xfrm>
              <a:off x="6834901" y="1932960"/>
              <a:ext cx="419420" cy="372126"/>
              <a:chOff x="3989697" y="6350341"/>
              <a:chExt cx="583167" cy="517408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D35BE1E-99F4-0E2E-F600-8DB8B95746B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989697" y="6350341"/>
                <a:ext cx="583167" cy="517408"/>
              </a:xfrm>
              <a:prstGeom prst="ellipse">
                <a:avLst/>
              </a:prstGeom>
              <a:solidFill>
                <a:schemeClr val="accent4">
                  <a:lumMod val="75000"/>
                  <a:alpha val="74507"/>
                </a:schemeClr>
              </a:solidFill>
              <a:ln w="12700"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803874"/>
                          <a:gd name="connsiteY0" fmla="*/ 371159 h 742317"/>
                          <a:gd name="connsiteX1" fmla="*/ 401937 w 803874"/>
                          <a:gd name="connsiteY1" fmla="*/ 0 h 742317"/>
                          <a:gd name="connsiteX2" fmla="*/ 803874 w 803874"/>
                          <a:gd name="connsiteY2" fmla="*/ 371159 h 742317"/>
                          <a:gd name="connsiteX3" fmla="*/ 401937 w 803874"/>
                          <a:gd name="connsiteY3" fmla="*/ 742318 h 742317"/>
                          <a:gd name="connsiteX4" fmla="*/ 0 w 803874"/>
                          <a:gd name="connsiteY4" fmla="*/ 371159 h 74231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803874" h="742317" fill="none" extrusionOk="0">
                            <a:moveTo>
                              <a:pt x="0" y="371159"/>
                            </a:moveTo>
                            <a:cubicBezTo>
                              <a:pt x="45535" y="171576"/>
                              <a:pt x="186072" y="-12593"/>
                              <a:pt x="401937" y="0"/>
                            </a:cubicBezTo>
                            <a:cubicBezTo>
                              <a:pt x="565761" y="-8906"/>
                              <a:pt x="765126" y="202655"/>
                              <a:pt x="803874" y="371159"/>
                            </a:cubicBezTo>
                            <a:cubicBezTo>
                              <a:pt x="802693" y="564877"/>
                              <a:pt x="596863" y="779922"/>
                              <a:pt x="401937" y="742318"/>
                            </a:cubicBezTo>
                            <a:cubicBezTo>
                              <a:pt x="221268" y="765448"/>
                              <a:pt x="15181" y="579794"/>
                              <a:pt x="0" y="371159"/>
                            </a:cubicBezTo>
                            <a:close/>
                          </a:path>
                          <a:path w="803874" h="742317" stroke="0" extrusionOk="0">
                            <a:moveTo>
                              <a:pt x="0" y="371159"/>
                            </a:moveTo>
                            <a:cubicBezTo>
                              <a:pt x="-44590" y="138670"/>
                              <a:pt x="119469" y="22701"/>
                              <a:pt x="401937" y="0"/>
                            </a:cubicBezTo>
                            <a:cubicBezTo>
                              <a:pt x="650090" y="5509"/>
                              <a:pt x="786427" y="166729"/>
                              <a:pt x="803874" y="371159"/>
                            </a:cubicBezTo>
                            <a:cubicBezTo>
                              <a:pt x="784532" y="595033"/>
                              <a:pt x="619056" y="769210"/>
                              <a:pt x="401937" y="742318"/>
                            </a:cubicBezTo>
                            <a:cubicBezTo>
                              <a:pt x="127209" y="713460"/>
                              <a:pt x="5957" y="578990"/>
                              <a:pt x="0" y="371159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4400" dirty="0">
                  <a:latin typeface="Aptos Narrow" panose="020B0004020202020204" pitchFamily="34" charset="0"/>
                </a:endParaRP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BCD0246B-76FD-4F56-8F69-C3395B84B89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40581" y="6537933"/>
                <a:ext cx="225398" cy="199979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 w="12700"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203416"/>
                          <a:gd name="connsiteY0" fmla="*/ 93920 h 187839"/>
                          <a:gd name="connsiteX1" fmla="*/ 101708 w 203416"/>
                          <a:gd name="connsiteY1" fmla="*/ 0 h 187839"/>
                          <a:gd name="connsiteX2" fmla="*/ 203416 w 203416"/>
                          <a:gd name="connsiteY2" fmla="*/ 93920 h 187839"/>
                          <a:gd name="connsiteX3" fmla="*/ 101708 w 203416"/>
                          <a:gd name="connsiteY3" fmla="*/ 187840 h 187839"/>
                          <a:gd name="connsiteX4" fmla="*/ 0 w 203416"/>
                          <a:gd name="connsiteY4" fmla="*/ 93920 h 18783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03416" h="187839" fill="none" extrusionOk="0">
                            <a:moveTo>
                              <a:pt x="0" y="93920"/>
                            </a:moveTo>
                            <a:cubicBezTo>
                              <a:pt x="6061" y="42768"/>
                              <a:pt x="52400" y="-14125"/>
                              <a:pt x="101708" y="0"/>
                            </a:cubicBezTo>
                            <a:cubicBezTo>
                              <a:pt x="143317" y="-2230"/>
                              <a:pt x="197931" y="47213"/>
                              <a:pt x="203416" y="93920"/>
                            </a:cubicBezTo>
                            <a:cubicBezTo>
                              <a:pt x="202593" y="137941"/>
                              <a:pt x="150721" y="197789"/>
                              <a:pt x="101708" y="187840"/>
                            </a:cubicBezTo>
                            <a:cubicBezTo>
                              <a:pt x="55740" y="193553"/>
                              <a:pt x="13852" y="149121"/>
                              <a:pt x="0" y="93920"/>
                            </a:cubicBezTo>
                            <a:close/>
                          </a:path>
                          <a:path w="203416" h="187839" stroke="0" extrusionOk="0">
                            <a:moveTo>
                              <a:pt x="0" y="93920"/>
                            </a:moveTo>
                            <a:cubicBezTo>
                              <a:pt x="-14227" y="33273"/>
                              <a:pt x="40696" y="1817"/>
                              <a:pt x="101708" y="0"/>
                            </a:cubicBezTo>
                            <a:cubicBezTo>
                              <a:pt x="161812" y="828"/>
                              <a:pt x="188453" y="42525"/>
                              <a:pt x="203416" y="93920"/>
                            </a:cubicBezTo>
                            <a:cubicBezTo>
                              <a:pt x="198871" y="150229"/>
                              <a:pt x="157201" y="191593"/>
                              <a:pt x="101708" y="187840"/>
                            </a:cubicBezTo>
                            <a:cubicBezTo>
                              <a:pt x="35043" y="182099"/>
                              <a:pt x="13645" y="152311"/>
                              <a:pt x="0" y="9392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4400" dirty="0">
                  <a:latin typeface="Aptos Narrow" panose="020B0004020202020204" pitchFamily="34" charset="0"/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DAB913B-6DCE-0717-1DB6-1D2942F73DD7}"/>
                </a:ext>
              </a:extLst>
            </p:cNvPr>
            <p:cNvGrpSpPr/>
            <p:nvPr/>
          </p:nvGrpSpPr>
          <p:grpSpPr>
            <a:xfrm>
              <a:off x="9446458" y="1923575"/>
              <a:ext cx="443920" cy="393864"/>
              <a:chOff x="4957372" y="14561359"/>
              <a:chExt cx="617232" cy="547632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8AEC800E-6CC9-0164-7777-4B5F523B6ED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957372" y="14561359"/>
                <a:ext cx="617232" cy="547632"/>
              </a:xfrm>
              <a:prstGeom prst="ellipse">
                <a:avLst/>
              </a:prstGeom>
              <a:solidFill>
                <a:srgbClr val="C00000">
                  <a:alpha val="74554"/>
                </a:srgbClr>
              </a:solidFill>
              <a:ln w="12700">
                <a:solidFill>
                  <a:schemeClr val="accent1"/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504555"/>
                          <a:gd name="csY0" fmla="*/ 223831 h 447662"/>
                          <a:gd name="csX1" fmla="*/ 252278 w 504555"/>
                          <a:gd name="csY1" fmla="*/ 0 h 447662"/>
                          <a:gd name="csX2" fmla="*/ 504556 w 504555"/>
                          <a:gd name="csY2" fmla="*/ 223831 h 447662"/>
                          <a:gd name="csX3" fmla="*/ 252278 w 504555"/>
                          <a:gd name="csY3" fmla="*/ 447662 h 447662"/>
                          <a:gd name="csX4" fmla="*/ 0 w 504555"/>
                          <a:gd name="csY4" fmla="*/ 223831 h 447662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</a:cxnLst>
                        <a:rect l="l" t="t" r="r" b="b"/>
                        <a:pathLst>
                          <a:path w="504555" h="447662" fill="none" extrusionOk="0">
                            <a:moveTo>
                              <a:pt x="0" y="223831"/>
                            </a:moveTo>
                            <a:cubicBezTo>
                              <a:pt x="3962" y="100683"/>
                              <a:pt x="116039" y="-6359"/>
                              <a:pt x="252278" y="0"/>
                            </a:cubicBezTo>
                            <a:cubicBezTo>
                              <a:pt x="388677" y="-449"/>
                              <a:pt x="488419" y="115406"/>
                              <a:pt x="504556" y="223831"/>
                            </a:cubicBezTo>
                            <a:cubicBezTo>
                              <a:pt x="502705" y="329796"/>
                              <a:pt x="381124" y="462230"/>
                              <a:pt x="252278" y="447662"/>
                            </a:cubicBezTo>
                            <a:cubicBezTo>
                              <a:pt x="144455" y="465300"/>
                              <a:pt x="15152" y="351092"/>
                              <a:pt x="0" y="223831"/>
                            </a:cubicBezTo>
                            <a:close/>
                          </a:path>
                          <a:path w="504555" h="447662" stroke="0" extrusionOk="0">
                            <a:moveTo>
                              <a:pt x="0" y="223831"/>
                            </a:moveTo>
                            <a:cubicBezTo>
                              <a:pt x="-16051" y="90312"/>
                              <a:pt x="77355" y="13359"/>
                              <a:pt x="252278" y="0"/>
                            </a:cubicBezTo>
                            <a:cubicBezTo>
                              <a:pt x="404432" y="2700"/>
                              <a:pt x="481056" y="100960"/>
                              <a:pt x="504556" y="223831"/>
                            </a:cubicBezTo>
                            <a:cubicBezTo>
                              <a:pt x="476429" y="374916"/>
                              <a:pt x="390775" y="452258"/>
                              <a:pt x="252278" y="447662"/>
                            </a:cubicBezTo>
                            <a:cubicBezTo>
                              <a:pt x="91285" y="435809"/>
                              <a:pt x="9339" y="351911"/>
                              <a:pt x="0" y="223831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4400" dirty="0">
                  <a:latin typeface="Aptos Narrow" panose="020B0004020202020204" pitchFamily="34" charset="0"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EDD086BE-DA11-877E-9098-45C502180CB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105983" y="14769777"/>
                <a:ext cx="278325" cy="246936"/>
              </a:xfrm>
              <a:prstGeom prst="ellipse">
                <a:avLst/>
              </a:prstGeom>
              <a:solidFill>
                <a:srgbClr val="C00000"/>
              </a:solidFill>
              <a:ln w="12700"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203416"/>
                          <a:gd name="connsiteY0" fmla="*/ 93920 h 187839"/>
                          <a:gd name="connsiteX1" fmla="*/ 101708 w 203416"/>
                          <a:gd name="connsiteY1" fmla="*/ 0 h 187839"/>
                          <a:gd name="connsiteX2" fmla="*/ 203416 w 203416"/>
                          <a:gd name="connsiteY2" fmla="*/ 93920 h 187839"/>
                          <a:gd name="connsiteX3" fmla="*/ 101708 w 203416"/>
                          <a:gd name="connsiteY3" fmla="*/ 187840 h 187839"/>
                          <a:gd name="connsiteX4" fmla="*/ 0 w 203416"/>
                          <a:gd name="connsiteY4" fmla="*/ 93920 h 18783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03416" h="187839" fill="none" extrusionOk="0">
                            <a:moveTo>
                              <a:pt x="0" y="93920"/>
                            </a:moveTo>
                            <a:cubicBezTo>
                              <a:pt x="6061" y="42768"/>
                              <a:pt x="52400" y="-14125"/>
                              <a:pt x="101708" y="0"/>
                            </a:cubicBezTo>
                            <a:cubicBezTo>
                              <a:pt x="143317" y="-2230"/>
                              <a:pt x="197931" y="47213"/>
                              <a:pt x="203416" y="93920"/>
                            </a:cubicBezTo>
                            <a:cubicBezTo>
                              <a:pt x="202593" y="137941"/>
                              <a:pt x="150721" y="197789"/>
                              <a:pt x="101708" y="187840"/>
                            </a:cubicBezTo>
                            <a:cubicBezTo>
                              <a:pt x="55740" y="193553"/>
                              <a:pt x="13852" y="149121"/>
                              <a:pt x="0" y="93920"/>
                            </a:cubicBezTo>
                            <a:close/>
                          </a:path>
                          <a:path w="203416" h="187839" stroke="0" extrusionOk="0">
                            <a:moveTo>
                              <a:pt x="0" y="93920"/>
                            </a:moveTo>
                            <a:cubicBezTo>
                              <a:pt x="-14227" y="33273"/>
                              <a:pt x="40696" y="1817"/>
                              <a:pt x="101708" y="0"/>
                            </a:cubicBezTo>
                            <a:cubicBezTo>
                              <a:pt x="161812" y="828"/>
                              <a:pt x="188453" y="42525"/>
                              <a:pt x="203416" y="93920"/>
                            </a:cubicBezTo>
                            <a:cubicBezTo>
                              <a:pt x="198871" y="150229"/>
                              <a:pt x="157201" y="191593"/>
                              <a:pt x="101708" y="187840"/>
                            </a:cubicBezTo>
                            <a:cubicBezTo>
                              <a:pt x="35043" y="182099"/>
                              <a:pt x="13645" y="152311"/>
                              <a:pt x="0" y="9392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4400" dirty="0">
                  <a:latin typeface="Aptos Narrow" panose="020B0004020202020204" pitchFamily="34" charset="0"/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F3104C7A-034E-89E7-3017-24998FC2F26A}"/>
                </a:ext>
              </a:extLst>
            </p:cNvPr>
            <p:cNvGrpSpPr/>
            <p:nvPr/>
          </p:nvGrpSpPr>
          <p:grpSpPr>
            <a:xfrm>
              <a:off x="8778058" y="1923575"/>
              <a:ext cx="443920" cy="393864"/>
              <a:chOff x="4790253" y="13176141"/>
              <a:chExt cx="617232" cy="547632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7309DE0B-A851-744C-4ABF-6F98FB9126E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90253" y="13176141"/>
                <a:ext cx="617232" cy="547632"/>
              </a:xfrm>
              <a:prstGeom prst="ellipse">
                <a:avLst/>
              </a:prstGeom>
              <a:solidFill>
                <a:srgbClr val="C00000">
                  <a:alpha val="50000"/>
                </a:srgbClr>
              </a:solidFill>
              <a:ln w="12700"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803874"/>
                          <a:gd name="connsiteY0" fmla="*/ 371159 h 742317"/>
                          <a:gd name="connsiteX1" fmla="*/ 401937 w 803874"/>
                          <a:gd name="connsiteY1" fmla="*/ 0 h 742317"/>
                          <a:gd name="connsiteX2" fmla="*/ 803874 w 803874"/>
                          <a:gd name="connsiteY2" fmla="*/ 371159 h 742317"/>
                          <a:gd name="connsiteX3" fmla="*/ 401937 w 803874"/>
                          <a:gd name="connsiteY3" fmla="*/ 742318 h 742317"/>
                          <a:gd name="connsiteX4" fmla="*/ 0 w 803874"/>
                          <a:gd name="connsiteY4" fmla="*/ 371159 h 74231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803874" h="742317" fill="none" extrusionOk="0">
                            <a:moveTo>
                              <a:pt x="0" y="371159"/>
                            </a:moveTo>
                            <a:cubicBezTo>
                              <a:pt x="45535" y="171576"/>
                              <a:pt x="186072" y="-12593"/>
                              <a:pt x="401937" y="0"/>
                            </a:cubicBezTo>
                            <a:cubicBezTo>
                              <a:pt x="565761" y="-8906"/>
                              <a:pt x="765126" y="202655"/>
                              <a:pt x="803874" y="371159"/>
                            </a:cubicBezTo>
                            <a:cubicBezTo>
                              <a:pt x="802693" y="564877"/>
                              <a:pt x="596863" y="779922"/>
                              <a:pt x="401937" y="742318"/>
                            </a:cubicBezTo>
                            <a:cubicBezTo>
                              <a:pt x="221268" y="765448"/>
                              <a:pt x="15181" y="579794"/>
                              <a:pt x="0" y="371159"/>
                            </a:cubicBezTo>
                            <a:close/>
                          </a:path>
                          <a:path w="803874" h="742317" stroke="0" extrusionOk="0">
                            <a:moveTo>
                              <a:pt x="0" y="371159"/>
                            </a:moveTo>
                            <a:cubicBezTo>
                              <a:pt x="-44590" y="138670"/>
                              <a:pt x="119469" y="22701"/>
                              <a:pt x="401937" y="0"/>
                            </a:cubicBezTo>
                            <a:cubicBezTo>
                              <a:pt x="650090" y="5509"/>
                              <a:pt x="786427" y="166729"/>
                              <a:pt x="803874" y="371159"/>
                            </a:cubicBezTo>
                            <a:cubicBezTo>
                              <a:pt x="784532" y="595033"/>
                              <a:pt x="619056" y="769210"/>
                              <a:pt x="401937" y="742318"/>
                            </a:cubicBezTo>
                            <a:cubicBezTo>
                              <a:pt x="127209" y="713460"/>
                              <a:pt x="5957" y="578990"/>
                              <a:pt x="0" y="371159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4400" dirty="0">
                  <a:latin typeface="Aptos Narrow" panose="020B0004020202020204" pitchFamily="34" charset="0"/>
                </a:endParaRP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6DD06DA6-58AD-E9D2-ED67-ADF7DD1C765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004073" y="13289815"/>
                <a:ext cx="292030" cy="259096"/>
              </a:xfrm>
              <a:prstGeom prst="ellipse">
                <a:avLst/>
              </a:prstGeom>
              <a:solidFill>
                <a:srgbClr val="C00000">
                  <a:alpha val="75000"/>
                </a:srgbClr>
              </a:solidFill>
              <a:ln w="12700"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203416"/>
                          <a:gd name="connsiteY0" fmla="*/ 93920 h 187839"/>
                          <a:gd name="connsiteX1" fmla="*/ 101708 w 203416"/>
                          <a:gd name="connsiteY1" fmla="*/ 0 h 187839"/>
                          <a:gd name="connsiteX2" fmla="*/ 203416 w 203416"/>
                          <a:gd name="connsiteY2" fmla="*/ 93920 h 187839"/>
                          <a:gd name="connsiteX3" fmla="*/ 101708 w 203416"/>
                          <a:gd name="connsiteY3" fmla="*/ 187840 h 187839"/>
                          <a:gd name="connsiteX4" fmla="*/ 0 w 203416"/>
                          <a:gd name="connsiteY4" fmla="*/ 93920 h 18783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03416" h="187839" fill="none" extrusionOk="0">
                            <a:moveTo>
                              <a:pt x="0" y="93920"/>
                            </a:moveTo>
                            <a:cubicBezTo>
                              <a:pt x="6061" y="42768"/>
                              <a:pt x="52400" y="-14125"/>
                              <a:pt x="101708" y="0"/>
                            </a:cubicBezTo>
                            <a:cubicBezTo>
                              <a:pt x="143317" y="-2230"/>
                              <a:pt x="197931" y="47213"/>
                              <a:pt x="203416" y="93920"/>
                            </a:cubicBezTo>
                            <a:cubicBezTo>
                              <a:pt x="202593" y="137941"/>
                              <a:pt x="150721" y="197789"/>
                              <a:pt x="101708" y="187840"/>
                            </a:cubicBezTo>
                            <a:cubicBezTo>
                              <a:pt x="55740" y="193553"/>
                              <a:pt x="13852" y="149121"/>
                              <a:pt x="0" y="93920"/>
                            </a:cubicBezTo>
                            <a:close/>
                          </a:path>
                          <a:path w="203416" h="187839" stroke="0" extrusionOk="0">
                            <a:moveTo>
                              <a:pt x="0" y="93920"/>
                            </a:moveTo>
                            <a:cubicBezTo>
                              <a:pt x="-14227" y="33273"/>
                              <a:pt x="40696" y="1817"/>
                              <a:pt x="101708" y="0"/>
                            </a:cubicBezTo>
                            <a:cubicBezTo>
                              <a:pt x="161812" y="828"/>
                              <a:pt x="188453" y="42525"/>
                              <a:pt x="203416" y="93920"/>
                            </a:cubicBezTo>
                            <a:cubicBezTo>
                              <a:pt x="198871" y="150229"/>
                              <a:pt x="157201" y="191593"/>
                              <a:pt x="101708" y="187840"/>
                            </a:cubicBezTo>
                            <a:cubicBezTo>
                              <a:pt x="35043" y="182099"/>
                              <a:pt x="13645" y="152311"/>
                              <a:pt x="0" y="9392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4400" dirty="0">
                  <a:latin typeface="Aptos Narrow" panose="020B0004020202020204" pitchFamily="34" charset="0"/>
                </a:endParaRP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944AE79-BEFE-F9D1-A425-5440D81C3782}"/>
                </a:ext>
              </a:extLst>
            </p:cNvPr>
            <p:cNvGrpSpPr/>
            <p:nvPr/>
          </p:nvGrpSpPr>
          <p:grpSpPr>
            <a:xfrm>
              <a:off x="7475454" y="1932961"/>
              <a:ext cx="419421" cy="372122"/>
              <a:chOff x="4100843" y="7701482"/>
              <a:chExt cx="583167" cy="517401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F2C45B35-DBDD-E291-CEBC-BBE4C49CDE8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0843" y="7701482"/>
                <a:ext cx="583167" cy="517401"/>
              </a:xfrm>
              <a:prstGeom prst="ellipse">
                <a:avLst/>
              </a:prstGeom>
              <a:solidFill>
                <a:schemeClr val="accent4">
                  <a:lumMod val="75000"/>
                  <a:alpha val="50000"/>
                </a:schemeClr>
              </a:solidFill>
              <a:ln w="12700"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803874"/>
                          <a:gd name="connsiteY0" fmla="*/ 371159 h 742317"/>
                          <a:gd name="connsiteX1" fmla="*/ 401937 w 803874"/>
                          <a:gd name="connsiteY1" fmla="*/ 0 h 742317"/>
                          <a:gd name="connsiteX2" fmla="*/ 803874 w 803874"/>
                          <a:gd name="connsiteY2" fmla="*/ 371159 h 742317"/>
                          <a:gd name="connsiteX3" fmla="*/ 401937 w 803874"/>
                          <a:gd name="connsiteY3" fmla="*/ 742318 h 742317"/>
                          <a:gd name="connsiteX4" fmla="*/ 0 w 803874"/>
                          <a:gd name="connsiteY4" fmla="*/ 371159 h 74231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803874" h="742317" fill="none" extrusionOk="0">
                            <a:moveTo>
                              <a:pt x="0" y="371159"/>
                            </a:moveTo>
                            <a:cubicBezTo>
                              <a:pt x="45535" y="171576"/>
                              <a:pt x="186072" y="-12593"/>
                              <a:pt x="401937" y="0"/>
                            </a:cubicBezTo>
                            <a:cubicBezTo>
                              <a:pt x="565761" y="-8906"/>
                              <a:pt x="765126" y="202655"/>
                              <a:pt x="803874" y="371159"/>
                            </a:cubicBezTo>
                            <a:cubicBezTo>
                              <a:pt x="802693" y="564877"/>
                              <a:pt x="596863" y="779922"/>
                              <a:pt x="401937" y="742318"/>
                            </a:cubicBezTo>
                            <a:cubicBezTo>
                              <a:pt x="221268" y="765448"/>
                              <a:pt x="15181" y="579794"/>
                              <a:pt x="0" y="371159"/>
                            </a:cubicBezTo>
                            <a:close/>
                          </a:path>
                          <a:path w="803874" h="742317" stroke="0" extrusionOk="0">
                            <a:moveTo>
                              <a:pt x="0" y="371159"/>
                            </a:moveTo>
                            <a:cubicBezTo>
                              <a:pt x="-44590" y="138670"/>
                              <a:pt x="119469" y="22701"/>
                              <a:pt x="401937" y="0"/>
                            </a:cubicBezTo>
                            <a:cubicBezTo>
                              <a:pt x="650090" y="5509"/>
                              <a:pt x="786427" y="166729"/>
                              <a:pt x="803874" y="371159"/>
                            </a:cubicBezTo>
                            <a:cubicBezTo>
                              <a:pt x="784532" y="595033"/>
                              <a:pt x="619056" y="769210"/>
                              <a:pt x="401937" y="742318"/>
                            </a:cubicBezTo>
                            <a:cubicBezTo>
                              <a:pt x="127209" y="713460"/>
                              <a:pt x="5957" y="578990"/>
                              <a:pt x="0" y="371159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4400" dirty="0">
                  <a:latin typeface="Aptos Narrow" panose="020B0004020202020204" pitchFamily="34" charset="0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6DF41729-E7AF-4206-8AA3-FFE9E0B2AE7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312078" y="7859160"/>
                <a:ext cx="225398" cy="199977"/>
              </a:xfrm>
              <a:prstGeom prst="ellipse">
                <a:avLst/>
              </a:prstGeom>
              <a:solidFill>
                <a:schemeClr val="accent4">
                  <a:lumMod val="75000"/>
                  <a:alpha val="75000"/>
                </a:schemeClr>
              </a:solidFill>
              <a:ln w="12700"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203416"/>
                          <a:gd name="connsiteY0" fmla="*/ 93920 h 187839"/>
                          <a:gd name="connsiteX1" fmla="*/ 101708 w 203416"/>
                          <a:gd name="connsiteY1" fmla="*/ 0 h 187839"/>
                          <a:gd name="connsiteX2" fmla="*/ 203416 w 203416"/>
                          <a:gd name="connsiteY2" fmla="*/ 93920 h 187839"/>
                          <a:gd name="connsiteX3" fmla="*/ 101708 w 203416"/>
                          <a:gd name="connsiteY3" fmla="*/ 187840 h 187839"/>
                          <a:gd name="connsiteX4" fmla="*/ 0 w 203416"/>
                          <a:gd name="connsiteY4" fmla="*/ 93920 h 18783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03416" h="187839" fill="none" extrusionOk="0">
                            <a:moveTo>
                              <a:pt x="0" y="93920"/>
                            </a:moveTo>
                            <a:cubicBezTo>
                              <a:pt x="6061" y="42768"/>
                              <a:pt x="52400" y="-14125"/>
                              <a:pt x="101708" y="0"/>
                            </a:cubicBezTo>
                            <a:cubicBezTo>
                              <a:pt x="143317" y="-2230"/>
                              <a:pt x="197931" y="47213"/>
                              <a:pt x="203416" y="93920"/>
                            </a:cubicBezTo>
                            <a:cubicBezTo>
                              <a:pt x="202593" y="137941"/>
                              <a:pt x="150721" y="197789"/>
                              <a:pt x="101708" y="187840"/>
                            </a:cubicBezTo>
                            <a:cubicBezTo>
                              <a:pt x="55740" y="193553"/>
                              <a:pt x="13852" y="149121"/>
                              <a:pt x="0" y="93920"/>
                            </a:cubicBezTo>
                            <a:close/>
                          </a:path>
                          <a:path w="203416" h="187839" stroke="0" extrusionOk="0">
                            <a:moveTo>
                              <a:pt x="0" y="93920"/>
                            </a:moveTo>
                            <a:cubicBezTo>
                              <a:pt x="-14227" y="33273"/>
                              <a:pt x="40696" y="1817"/>
                              <a:pt x="101708" y="0"/>
                            </a:cubicBezTo>
                            <a:cubicBezTo>
                              <a:pt x="161812" y="828"/>
                              <a:pt x="188453" y="42525"/>
                              <a:pt x="203416" y="93920"/>
                            </a:cubicBezTo>
                            <a:cubicBezTo>
                              <a:pt x="198871" y="150229"/>
                              <a:pt x="157201" y="191593"/>
                              <a:pt x="101708" y="187840"/>
                            </a:cubicBezTo>
                            <a:cubicBezTo>
                              <a:pt x="35043" y="182099"/>
                              <a:pt x="13645" y="152311"/>
                              <a:pt x="0" y="9392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4400" dirty="0">
                  <a:latin typeface="Aptos Narrow" panose="020B0004020202020204" pitchFamily="34" charset="0"/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BA7C1DC-4D76-38A8-AEC7-CD012D0B1EF2}"/>
                </a:ext>
              </a:extLst>
            </p:cNvPr>
            <p:cNvGrpSpPr/>
            <p:nvPr/>
          </p:nvGrpSpPr>
          <p:grpSpPr>
            <a:xfrm>
              <a:off x="8123043" y="1923575"/>
              <a:ext cx="443920" cy="393864"/>
              <a:chOff x="4478635" y="10405706"/>
              <a:chExt cx="617232" cy="547632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C88742FE-2EB2-26BA-8AEB-7F25DBEF4BF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78635" y="10405706"/>
                <a:ext cx="617232" cy="547632"/>
              </a:xfrm>
              <a:prstGeom prst="ellipse">
                <a:avLst/>
              </a:prstGeom>
              <a:solidFill>
                <a:schemeClr val="bg2">
                  <a:alpha val="50000"/>
                </a:schemeClr>
              </a:solidFill>
              <a:ln w="12700"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803874"/>
                          <a:gd name="connsiteY0" fmla="*/ 371159 h 742317"/>
                          <a:gd name="connsiteX1" fmla="*/ 401937 w 803874"/>
                          <a:gd name="connsiteY1" fmla="*/ 0 h 742317"/>
                          <a:gd name="connsiteX2" fmla="*/ 803874 w 803874"/>
                          <a:gd name="connsiteY2" fmla="*/ 371159 h 742317"/>
                          <a:gd name="connsiteX3" fmla="*/ 401937 w 803874"/>
                          <a:gd name="connsiteY3" fmla="*/ 742318 h 742317"/>
                          <a:gd name="connsiteX4" fmla="*/ 0 w 803874"/>
                          <a:gd name="connsiteY4" fmla="*/ 371159 h 74231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803874" h="742317" fill="none" extrusionOk="0">
                            <a:moveTo>
                              <a:pt x="0" y="371159"/>
                            </a:moveTo>
                            <a:cubicBezTo>
                              <a:pt x="45535" y="171576"/>
                              <a:pt x="186072" y="-12593"/>
                              <a:pt x="401937" y="0"/>
                            </a:cubicBezTo>
                            <a:cubicBezTo>
                              <a:pt x="565761" y="-8906"/>
                              <a:pt x="765126" y="202655"/>
                              <a:pt x="803874" y="371159"/>
                            </a:cubicBezTo>
                            <a:cubicBezTo>
                              <a:pt x="802693" y="564877"/>
                              <a:pt x="596863" y="779922"/>
                              <a:pt x="401937" y="742318"/>
                            </a:cubicBezTo>
                            <a:cubicBezTo>
                              <a:pt x="221268" y="765448"/>
                              <a:pt x="15181" y="579794"/>
                              <a:pt x="0" y="371159"/>
                            </a:cubicBezTo>
                            <a:close/>
                          </a:path>
                          <a:path w="803874" h="742317" stroke="0" extrusionOk="0">
                            <a:moveTo>
                              <a:pt x="0" y="371159"/>
                            </a:moveTo>
                            <a:cubicBezTo>
                              <a:pt x="-44590" y="138670"/>
                              <a:pt x="119469" y="22701"/>
                              <a:pt x="401937" y="0"/>
                            </a:cubicBezTo>
                            <a:cubicBezTo>
                              <a:pt x="650090" y="5509"/>
                              <a:pt x="786427" y="166729"/>
                              <a:pt x="803874" y="371159"/>
                            </a:cubicBezTo>
                            <a:cubicBezTo>
                              <a:pt x="784532" y="595033"/>
                              <a:pt x="619056" y="769210"/>
                              <a:pt x="401937" y="742318"/>
                            </a:cubicBezTo>
                            <a:cubicBezTo>
                              <a:pt x="127209" y="713460"/>
                              <a:pt x="5957" y="578990"/>
                              <a:pt x="0" y="371159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4400" dirty="0">
                  <a:latin typeface="Aptos Narrow" panose="020B0004020202020204" pitchFamily="34" charset="0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4A4726DD-E61D-C7C2-22C7-CE754F5E962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46626" y="10591086"/>
                <a:ext cx="218024" cy="193436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  <a:alpha val="50000"/>
                </a:schemeClr>
              </a:solidFill>
              <a:ln w="12700"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203416"/>
                          <a:gd name="connsiteY0" fmla="*/ 93920 h 187839"/>
                          <a:gd name="connsiteX1" fmla="*/ 101708 w 203416"/>
                          <a:gd name="connsiteY1" fmla="*/ 0 h 187839"/>
                          <a:gd name="connsiteX2" fmla="*/ 203416 w 203416"/>
                          <a:gd name="connsiteY2" fmla="*/ 93920 h 187839"/>
                          <a:gd name="connsiteX3" fmla="*/ 101708 w 203416"/>
                          <a:gd name="connsiteY3" fmla="*/ 187840 h 187839"/>
                          <a:gd name="connsiteX4" fmla="*/ 0 w 203416"/>
                          <a:gd name="connsiteY4" fmla="*/ 93920 h 18783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03416" h="187839" fill="none" extrusionOk="0">
                            <a:moveTo>
                              <a:pt x="0" y="93920"/>
                            </a:moveTo>
                            <a:cubicBezTo>
                              <a:pt x="6061" y="42768"/>
                              <a:pt x="52400" y="-14125"/>
                              <a:pt x="101708" y="0"/>
                            </a:cubicBezTo>
                            <a:cubicBezTo>
                              <a:pt x="143317" y="-2230"/>
                              <a:pt x="197931" y="47213"/>
                              <a:pt x="203416" y="93920"/>
                            </a:cubicBezTo>
                            <a:cubicBezTo>
                              <a:pt x="202593" y="137941"/>
                              <a:pt x="150721" y="197789"/>
                              <a:pt x="101708" y="187840"/>
                            </a:cubicBezTo>
                            <a:cubicBezTo>
                              <a:pt x="55740" y="193553"/>
                              <a:pt x="13852" y="149121"/>
                              <a:pt x="0" y="93920"/>
                            </a:cubicBezTo>
                            <a:close/>
                          </a:path>
                          <a:path w="203416" h="187839" stroke="0" extrusionOk="0">
                            <a:moveTo>
                              <a:pt x="0" y="93920"/>
                            </a:moveTo>
                            <a:cubicBezTo>
                              <a:pt x="-14227" y="33273"/>
                              <a:pt x="40696" y="1817"/>
                              <a:pt x="101708" y="0"/>
                            </a:cubicBezTo>
                            <a:cubicBezTo>
                              <a:pt x="161812" y="828"/>
                              <a:pt x="188453" y="42525"/>
                              <a:pt x="203416" y="93920"/>
                            </a:cubicBezTo>
                            <a:cubicBezTo>
                              <a:pt x="198871" y="150229"/>
                              <a:pt x="157201" y="191593"/>
                              <a:pt x="101708" y="187840"/>
                            </a:cubicBezTo>
                            <a:cubicBezTo>
                              <a:pt x="35043" y="182099"/>
                              <a:pt x="13645" y="152311"/>
                              <a:pt x="0" y="9392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4400" dirty="0">
                  <a:latin typeface="Aptos Narrow" panose="020B0004020202020204" pitchFamily="34" charset="0"/>
                </a:endParaRPr>
              </a:p>
            </p:txBody>
          </p:sp>
        </p:grpSp>
        <p:cxnSp>
          <p:nvCxnSpPr>
            <p:cNvPr id="34" name="Curved Connector 33">
              <a:extLst>
                <a:ext uri="{FF2B5EF4-FFF2-40B4-BE49-F238E27FC236}">
                  <a16:creationId xmlns:a16="http://schemas.microsoft.com/office/drawing/2014/main" id="{547C14C1-2AC7-6EA1-1980-C8662731EA3D}"/>
                </a:ext>
              </a:extLst>
            </p:cNvPr>
            <p:cNvCxnSpPr>
              <a:cxnSpLocks/>
              <a:stCxn id="40" idx="4"/>
              <a:endCxn id="48" idx="0"/>
            </p:cNvCxnSpPr>
            <p:nvPr/>
          </p:nvCxnSpPr>
          <p:spPr>
            <a:xfrm rot="16200000" flipH="1">
              <a:off x="8774531" y="1029688"/>
              <a:ext cx="465140" cy="1322634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accent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urved Connector 34">
              <a:extLst>
                <a:ext uri="{FF2B5EF4-FFF2-40B4-BE49-F238E27FC236}">
                  <a16:creationId xmlns:a16="http://schemas.microsoft.com/office/drawing/2014/main" id="{657D0A42-A119-6511-D386-941E2C6B0D26}"/>
                </a:ext>
              </a:extLst>
            </p:cNvPr>
            <p:cNvCxnSpPr>
              <a:cxnSpLocks/>
              <a:stCxn id="40" idx="4"/>
              <a:endCxn id="46" idx="0"/>
            </p:cNvCxnSpPr>
            <p:nvPr/>
          </p:nvCxnSpPr>
          <p:spPr>
            <a:xfrm rot="16200000" flipH="1">
              <a:off x="8440331" y="1363888"/>
              <a:ext cx="465140" cy="654234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accent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urved Connector 35">
              <a:extLst>
                <a:ext uri="{FF2B5EF4-FFF2-40B4-BE49-F238E27FC236}">
                  <a16:creationId xmlns:a16="http://schemas.microsoft.com/office/drawing/2014/main" id="{33C63299-9317-6D67-141F-F05E49E51B96}"/>
                </a:ext>
              </a:extLst>
            </p:cNvPr>
            <p:cNvCxnSpPr>
              <a:cxnSpLocks/>
              <a:stCxn id="40" idx="4"/>
              <a:endCxn id="42" idx="0"/>
            </p:cNvCxnSpPr>
            <p:nvPr/>
          </p:nvCxnSpPr>
          <p:spPr>
            <a:xfrm rot="5400000">
              <a:off x="8112824" y="1690615"/>
              <a:ext cx="465140" cy="781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accent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urved Connector 36">
              <a:extLst>
                <a:ext uri="{FF2B5EF4-FFF2-40B4-BE49-F238E27FC236}">
                  <a16:creationId xmlns:a16="http://schemas.microsoft.com/office/drawing/2014/main" id="{BA40C815-0472-1361-53DB-C3BD634D564F}"/>
                </a:ext>
              </a:extLst>
            </p:cNvPr>
            <p:cNvCxnSpPr>
              <a:cxnSpLocks/>
              <a:stCxn id="40" idx="4"/>
              <a:endCxn id="50" idx="0"/>
            </p:cNvCxnSpPr>
            <p:nvPr/>
          </p:nvCxnSpPr>
          <p:spPr>
            <a:xfrm rot="5400000">
              <a:off x="7457936" y="1045111"/>
              <a:ext cx="474525" cy="1301173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accent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urved Connector 37">
              <a:extLst>
                <a:ext uri="{FF2B5EF4-FFF2-40B4-BE49-F238E27FC236}">
                  <a16:creationId xmlns:a16="http://schemas.microsoft.com/office/drawing/2014/main" id="{6472A788-456C-52D5-887A-036F49778FA5}"/>
                </a:ext>
              </a:extLst>
            </p:cNvPr>
            <p:cNvCxnSpPr>
              <a:cxnSpLocks/>
              <a:stCxn id="40" idx="4"/>
              <a:endCxn id="44" idx="0"/>
            </p:cNvCxnSpPr>
            <p:nvPr/>
          </p:nvCxnSpPr>
          <p:spPr>
            <a:xfrm rot="5400000">
              <a:off x="7778212" y="1365389"/>
              <a:ext cx="474526" cy="660619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accent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D87F930-4138-89A8-D985-CCC806372125}"/>
                </a:ext>
              </a:extLst>
            </p:cNvPr>
            <p:cNvGrpSpPr/>
            <p:nvPr/>
          </p:nvGrpSpPr>
          <p:grpSpPr>
            <a:xfrm>
              <a:off x="8093506" y="1010773"/>
              <a:ext cx="504555" cy="447662"/>
              <a:chOff x="8562715" y="2121652"/>
              <a:chExt cx="504555" cy="447662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C877BA09-1620-0E40-5838-A8EA0600AC2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562715" y="2121652"/>
                <a:ext cx="504555" cy="447662"/>
              </a:xfrm>
              <a:prstGeom prst="ellipse">
                <a:avLst/>
              </a:prstGeom>
              <a:solidFill>
                <a:schemeClr val="bg2">
                  <a:lumMod val="90000"/>
                  <a:alpha val="74979"/>
                </a:schemeClr>
              </a:solidFill>
              <a:ln w="12700"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803874"/>
                          <a:gd name="connsiteY0" fmla="*/ 371159 h 742317"/>
                          <a:gd name="connsiteX1" fmla="*/ 401937 w 803874"/>
                          <a:gd name="connsiteY1" fmla="*/ 0 h 742317"/>
                          <a:gd name="connsiteX2" fmla="*/ 803874 w 803874"/>
                          <a:gd name="connsiteY2" fmla="*/ 371159 h 742317"/>
                          <a:gd name="connsiteX3" fmla="*/ 401937 w 803874"/>
                          <a:gd name="connsiteY3" fmla="*/ 742318 h 742317"/>
                          <a:gd name="connsiteX4" fmla="*/ 0 w 803874"/>
                          <a:gd name="connsiteY4" fmla="*/ 371159 h 74231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803874" h="742317" fill="none" extrusionOk="0">
                            <a:moveTo>
                              <a:pt x="0" y="371159"/>
                            </a:moveTo>
                            <a:cubicBezTo>
                              <a:pt x="45535" y="171576"/>
                              <a:pt x="186072" y="-12593"/>
                              <a:pt x="401937" y="0"/>
                            </a:cubicBezTo>
                            <a:cubicBezTo>
                              <a:pt x="565761" y="-8906"/>
                              <a:pt x="765126" y="202655"/>
                              <a:pt x="803874" y="371159"/>
                            </a:cubicBezTo>
                            <a:cubicBezTo>
                              <a:pt x="802693" y="564877"/>
                              <a:pt x="596863" y="779922"/>
                              <a:pt x="401937" y="742318"/>
                            </a:cubicBezTo>
                            <a:cubicBezTo>
                              <a:pt x="221268" y="765448"/>
                              <a:pt x="15181" y="579794"/>
                              <a:pt x="0" y="371159"/>
                            </a:cubicBezTo>
                            <a:close/>
                          </a:path>
                          <a:path w="803874" h="742317" stroke="0" extrusionOk="0">
                            <a:moveTo>
                              <a:pt x="0" y="371159"/>
                            </a:moveTo>
                            <a:cubicBezTo>
                              <a:pt x="-44590" y="138670"/>
                              <a:pt x="119469" y="22701"/>
                              <a:pt x="401937" y="0"/>
                            </a:cubicBezTo>
                            <a:cubicBezTo>
                              <a:pt x="650090" y="5509"/>
                              <a:pt x="786427" y="166729"/>
                              <a:pt x="803874" y="371159"/>
                            </a:cubicBezTo>
                            <a:cubicBezTo>
                              <a:pt x="784532" y="595033"/>
                              <a:pt x="619056" y="769210"/>
                              <a:pt x="401937" y="742318"/>
                            </a:cubicBezTo>
                            <a:cubicBezTo>
                              <a:pt x="127209" y="713460"/>
                              <a:pt x="5957" y="578990"/>
                              <a:pt x="0" y="371159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4400" dirty="0">
                  <a:latin typeface="Aptos Narrow" panose="020B0004020202020204" pitchFamily="34" charset="0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60786F1C-D0E2-584F-0B8F-3F1AFB9982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667201" y="2258377"/>
                <a:ext cx="189559" cy="168183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>
                <a:solidFill>
                  <a:schemeClr val="accent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203416"/>
                          <a:gd name="connsiteY0" fmla="*/ 93920 h 187839"/>
                          <a:gd name="connsiteX1" fmla="*/ 101708 w 203416"/>
                          <a:gd name="connsiteY1" fmla="*/ 0 h 187839"/>
                          <a:gd name="connsiteX2" fmla="*/ 203416 w 203416"/>
                          <a:gd name="connsiteY2" fmla="*/ 93920 h 187839"/>
                          <a:gd name="connsiteX3" fmla="*/ 101708 w 203416"/>
                          <a:gd name="connsiteY3" fmla="*/ 187840 h 187839"/>
                          <a:gd name="connsiteX4" fmla="*/ 0 w 203416"/>
                          <a:gd name="connsiteY4" fmla="*/ 93920 h 18783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03416" h="187839" fill="none" extrusionOk="0">
                            <a:moveTo>
                              <a:pt x="0" y="93920"/>
                            </a:moveTo>
                            <a:cubicBezTo>
                              <a:pt x="6061" y="42768"/>
                              <a:pt x="52400" y="-14125"/>
                              <a:pt x="101708" y="0"/>
                            </a:cubicBezTo>
                            <a:cubicBezTo>
                              <a:pt x="143317" y="-2230"/>
                              <a:pt x="197931" y="47213"/>
                              <a:pt x="203416" y="93920"/>
                            </a:cubicBezTo>
                            <a:cubicBezTo>
                              <a:pt x="202593" y="137941"/>
                              <a:pt x="150721" y="197789"/>
                              <a:pt x="101708" y="187840"/>
                            </a:cubicBezTo>
                            <a:cubicBezTo>
                              <a:pt x="55740" y="193553"/>
                              <a:pt x="13852" y="149121"/>
                              <a:pt x="0" y="93920"/>
                            </a:cubicBezTo>
                            <a:close/>
                          </a:path>
                          <a:path w="203416" h="187839" stroke="0" extrusionOk="0">
                            <a:moveTo>
                              <a:pt x="0" y="93920"/>
                            </a:moveTo>
                            <a:cubicBezTo>
                              <a:pt x="-14227" y="33273"/>
                              <a:pt x="40696" y="1817"/>
                              <a:pt x="101708" y="0"/>
                            </a:cubicBezTo>
                            <a:cubicBezTo>
                              <a:pt x="161812" y="828"/>
                              <a:pt x="188453" y="42525"/>
                              <a:pt x="203416" y="93920"/>
                            </a:cubicBezTo>
                            <a:cubicBezTo>
                              <a:pt x="198871" y="150229"/>
                              <a:pt x="157201" y="191593"/>
                              <a:pt x="101708" y="187840"/>
                            </a:cubicBezTo>
                            <a:cubicBezTo>
                              <a:pt x="35043" y="182099"/>
                              <a:pt x="13645" y="152311"/>
                              <a:pt x="0" y="9392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4400">
                  <a:latin typeface="Aptos Narrow" panose="020B0004020202020204" pitchFamily="34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32A02CF-5D91-E039-0983-F672EDEFFDDA}"/>
                </a:ext>
              </a:extLst>
            </p:cNvPr>
            <p:cNvGrpSpPr/>
            <p:nvPr/>
          </p:nvGrpSpPr>
          <p:grpSpPr>
            <a:xfrm>
              <a:off x="7123518" y="2590073"/>
              <a:ext cx="2447462" cy="775427"/>
              <a:chOff x="7168455" y="2465837"/>
              <a:chExt cx="2447462" cy="775427"/>
            </a:xfrm>
          </p:grpSpPr>
          <p:sp>
            <p:nvSpPr>
              <p:cNvPr id="18" name="Parallelogram 2449">
                <a:extLst>
                  <a:ext uri="{FF2B5EF4-FFF2-40B4-BE49-F238E27FC236}">
                    <a16:creationId xmlns:a16="http://schemas.microsoft.com/office/drawing/2014/main" id="{C37B4431-1452-73A3-9BA7-C5ABDCC625F7}"/>
                  </a:ext>
                </a:extLst>
              </p:cNvPr>
              <p:cNvSpPr/>
              <p:nvPr/>
            </p:nvSpPr>
            <p:spPr>
              <a:xfrm rot="10800000" flipH="1">
                <a:off x="7168455" y="2465837"/>
                <a:ext cx="2447462" cy="775427"/>
              </a:xfrm>
              <a:custGeom>
                <a:avLst/>
                <a:gdLst>
                  <a:gd name="csX0" fmla="*/ 0 w 2377124"/>
                  <a:gd name="csY0" fmla="*/ 757842 h 757842"/>
                  <a:gd name="csX1" fmla="*/ 833414 w 2377124"/>
                  <a:gd name="csY1" fmla="*/ 0 h 757842"/>
                  <a:gd name="csX2" fmla="*/ 2377124 w 2377124"/>
                  <a:gd name="csY2" fmla="*/ 0 h 757842"/>
                  <a:gd name="csX3" fmla="*/ 1543710 w 2377124"/>
                  <a:gd name="csY3" fmla="*/ 757842 h 757842"/>
                  <a:gd name="csX4" fmla="*/ 0 w 2377124"/>
                  <a:gd name="csY4" fmla="*/ 757842 h 757842"/>
                  <a:gd name="csX0" fmla="*/ 0 w 2403501"/>
                  <a:gd name="csY0" fmla="*/ 511657 h 757842"/>
                  <a:gd name="csX1" fmla="*/ 859791 w 2403501"/>
                  <a:gd name="csY1" fmla="*/ 0 h 757842"/>
                  <a:gd name="csX2" fmla="*/ 2403501 w 2403501"/>
                  <a:gd name="csY2" fmla="*/ 0 h 757842"/>
                  <a:gd name="csX3" fmla="*/ 1570087 w 2403501"/>
                  <a:gd name="csY3" fmla="*/ 757842 h 757842"/>
                  <a:gd name="csX4" fmla="*/ 0 w 2403501"/>
                  <a:gd name="csY4" fmla="*/ 511657 h 757842"/>
                  <a:gd name="csX0" fmla="*/ 0 w 2447462"/>
                  <a:gd name="csY0" fmla="*/ 511657 h 757842"/>
                  <a:gd name="csX1" fmla="*/ 859791 w 2447462"/>
                  <a:gd name="csY1" fmla="*/ 0 h 757842"/>
                  <a:gd name="csX2" fmla="*/ 2447462 w 2447462"/>
                  <a:gd name="csY2" fmla="*/ 246185 h 757842"/>
                  <a:gd name="csX3" fmla="*/ 1570087 w 2447462"/>
                  <a:gd name="csY3" fmla="*/ 757842 h 757842"/>
                  <a:gd name="csX4" fmla="*/ 0 w 2447462"/>
                  <a:gd name="csY4" fmla="*/ 511657 h 757842"/>
                  <a:gd name="csX0" fmla="*/ 0 w 2447462"/>
                  <a:gd name="csY0" fmla="*/ 511657 h 766635"/>
                  <a:gd name="csX1" fmla="*/ 859791 w 2447462"/>
                  <a:gd name="csY1" fmla="*/ 0 h 766635"/>
                  <a:gd name="csX2" fmla="*/ 2447462 w 2447462"/>
                  <a:gd name="csY2" fmla="*/ 246185 h 766635"/>
                  <a:gd name="csX3" fmla="*/ 1614049 w 2447462"/>
                  <a:gd name="csY3" fmla="*/ 766635 h 766635"/>
                  <a:gd name="csX4" fmla="*/ 0 w 2447462"/>
                  <a:gd name="csY4" fmla="*/ 511657 h 766635"/>
                  <a:gd name="csX0" fmla="*/ 0 w 2447462"/>
                  <a:gd name="csY0" fmla="*/ 520449 h 775427"/>
                  <a:gd name="csX1" fmla="*/ 815830 w 2447462"/>
                  <a:gd name="csY1" fmla="*/ 0 h 775427"/>
                  <a:gd name="csX2" fmla="*/ 2447462 w 2447462"/>
                  <a:gd name="csY2" fmla="*/ 254977 h 775427"/>
                  <a:gd name="csX3" fmla="*/ 1614049 w 2447462"/>
                  <a:gd name="csY3" fmla="*/ 775427 h 775427"/>
                  <a:gd name="csX4" fmla="*/ 0 w 2447462"/>
                  <a:gd name="csY4" fmla="*/ 520449 h 7754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447462" h="775427">
                    <a:moveTo>
                      <a:pt x="0" y="520449"/>
                    </a:moveTo>
                    <a:lnTo>
                      <a:pt x="815830" y="0"/>
                    </a:lnTo>
                    <a:lnTo>
                      <a:pt x="2447462" y="254977"/>
                    </a:lnTo>
                    <a:lnTo>
                      <a:pt x="1614049" y="775427"/>
                    </a:lnTo>
                    <a:lnTo>
                      <a:pt x="0" y="520449"/>
                    </a:ln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1E749904-AFEA-1A9A-C383-CF809A9BEC21}"/>
                  </a:ext>
                </a:extLst>
              </p:cNvPr>
              <p:cNvSpPr/>
              <p:nvPr/>
            </p:nvSpPr>
            <p:spPr>
              <a:xfrm>
                <a:off x="7332785" y="2708031"/>
                <a:ext cx="387312" cy="96715"/>
              </a:xfrm>
              <a:custGeom>
                <a:avLst/>
                <a:gdLst>
                  <a:gd name="csX0" fmla="*/ 26377 w 387312"/>
                  <a:gd name="csY0" fmla="*/ 26377 h 96715"/>
                  <a:gd name="csX1" fmla="*/ 26377 w 387312"/>
                  <a:gd name="csY1" fmla="*/ 26377 h 96715"/>
                  <a:gd name="csX2" fmla="*/ 105507 w 387312"/>
                  <a:gd name="csY2" fmla="*/ 35169 h 96715"/>
                  <a:gd name="csX3" fmla="*/ 131884 w 387312"/>
                  <a:gd name="csY3" fmla="*/ 26377 h 96715"/>
                  <a:gd name="csX4" fmla="*/ 167053 w 387312"/>
                  <a:gd name="csY4" fmla="*/ 17584 h 96715"/>
                  <a:gd name="csX5" fmla="*/ 228600 w 387312"/>
                  <a:gd name="csY5" fmla="*/ 0 h 96715"/>
                  <a:gd name="csX6" fmla="*/ 360484 w 387312"/>
                  <a:gd name="csY6" fmla="*/ 8792 h 96715"/>
                  <a:gd name="csX7" fmla="*/ 378069 w 387312"/>
                  <a:gd name="csY7" fmla="*/ 61546 h 96715"/>
                  <a:gd name="csX8" fmla="*/ 360484 w 387312"/>
                  <a:gd name="csY8" fmla="*/ 87923 h 96715"/>
                  <a:gd name="csX9" fmla="*/ 334107 w 387312"/>
                  <a:gd name="csY9" fmla="*/ 96715 h 96715"/>
                  <a:gd name="csX10" fmla="*/ 254977 w 387312"/>
                  <a:gd name="csY10" fmla="*/ 87923 h 96715"/>
                  <a:gd name="csX11" fmla="*/ 52753 w 387312"/>
                  <a:gd name="csY11" fmla="*/ 79131 h 96715"/>
                  <a:gd name="csX12" fmla="*/ 0 w 387312"/>
                  <a:gd name="csY12" fmla="*/ 61546 h 96715"/>
                  <a:gd name="csX13" fmla="*/ 26377 w 387312"/>
                  <a:gd name="csY13" fmla="*/ 26377 h 967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387312" h="96715">
                    <a:moveTo>
                      <a:pt x="26377" y="26377"/>
                    </a:moveTo>
                    <a:lnTo>
                      <a:pt x="26377" y="26377"/>
                    </a:lnTo>
                    <a:cubicBezTo>
                      <a:pt x="52754" y="29308"/>
                      <a:pt x="78968" y="35169"/>
                      <a:pt x="105507" y="35169"/>
                    </a:cubicBezTo>
                    <a:cubicBezTo>
                      <a:pt x="114775" y="35169"/>
                      <a:pt x="122973" y="28923"/>
                      <a:pt x="131884" y="26377"/>
                    </a:cubicBezTo>
                    <a:cubicBezTo>
                      <a:pt x="143503" y="23057"/>
                      <a:pt x="155434" y="20904"/>
                      <a:pt x="167053" y="17584"/>
                    </a:cubicBezTo>
                    <a:cubicBezTo>
                      <a:pt x="255298" y="-7629"/>
                      <a:pt x="118719" y="27469"/>
                      <a:pt x="228600" y="0"/>
                    </a:cubicBezTo>
                    <a:cubicBezTo>
                      <a:pt x="272561" y="2931"/>
                      <a:pt x="317025" y="1549"/>
                      <a:pt x="360484" y="8792"/>
                    </a:cubicBezTo>
                    <a:cubicBezTo>
                      <a:pt x="397581" y="14975"/>
                      <a:pt x="388662" y="36829"/>
                      <a:pt x="378069" y="61546"/>
                    </a:cubicBezTo>
                    <a:cubicBezTo>
                      <a:pt x="373906" y="71259"/>
                      <a:pt x="368736" y="81322"/>
                      <a:pt x="360484" y="87923"/>
                    </a:cubicBezTo>
                    <a:cubicBezTo>
                      <a:pt x="353247" y="93713"/>
                      <a:pt x="342899" y="93784"/>
                      <a:pt x="334107" y="96715"/>
                    </a:cubicBezTo>
                    <a:cubicBezTo>
                      <a:pt x="307730" y="93784"/>
                      <a:pt x="281464" y="89578"/>
                      <a:pt x="254977" y="87923"/>
                    </a:cubicBezTo>
                    <a:cubicBezTo>
                      <a:pt x="187637" y="83714"/>
                      <a:pt x="119867" y="86074"/>
                      <a:pt x="52753" y="79131"/>
                    </a:cubicBezTo>
                    <a:cubicBezTo>
                      <a:pt x="34316" y="77224"/>
                      <a:pt x="0" y="61546"/>
                      <a:pt x="0" y="61546"/>
                    </a:cubicBezTo>
                    <a:lnTo>
                      <a:pt x="26377" y="26377"/>
                    </a:lnTo>
                    <a:close/>
                  </a:path>
                </a:pathLst>
              </a:custGeom>
              <a:solidFill>
                <a:srgbClr val="E4DCE0"/>
              </a:solidFill>
              <a:ln>
                <a:solidFill>
                  <a:srgbClr val="C3B1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2E3EDF13-EE1F-A25C-9720-A7B8775AFA2B}"/>
                  </a:ext>
                </a:extLst>
              </p:cNvPr>
              <p:cNvSpPr/>
              <p:nvPr/>
            </p:nvSpPr>
            <p:spPr>
              <a:xfrm>
                <a:off x="7534804" y="2646485"/>
                <a:ext cx="818254" cy="369678"/>
              </a:xfrm>
              <a:custGeom>
                <a:avLst/>
                <a:gdLst>
                  <a:gd name="csX0" fmla="*/ 237596 w 818254"/>
                  <a:gd name="csY0" fmla="*/ 26377 h 369678"/>
                  <a:gd name="csX1" fmla="*/ 237596 w 818254"/>
                  <a:gd name="csY1" fmla="*/ 26377 h 369678"/>
                  <a:gd name="csX2" fmla="*/ 237596 w 818254"/>
                  <a:gd name="csY2" fmla="*/ 140677 h 369678"/>
                  <a:gd name="csX3" fmla="*/ 228804 w 818254"/>
                  <a:gd name="csY3" fmla="*/ 167053 h 369678"/>
                  <a:gd name="csX4" fmla="*/ 176050 w 818254"/>
                  <a:gd name="csY4" fmla="*/ 184638 h 369678"/>
                  <a:gd name="csX5" fmla="*/ 8996 w 818254"/>
                  <a:gd name="csY5" fmla="*/ 202223 h 369678"/>
                  <a:gd name="csX6" fmla="*/ 204 w 818254"/>
                  <a:gd name="csY6" fmla="*/ 228600 h 369678"/>
                  <a:gd name="csX7" fmla="*/ 44165 w 818254"/>
                  <a:gd name="csY7" fmla="*/ 263769 h 369678"/>
                  <a:gd name="csX8" fmla="*/ 70542 w 818254"/>
                  <a:gd name="csY8" fmla="*/ 281353 h 369678"/>
                  <a:gd name="csX9" fmla="*/ 105711 w 818254"/>
                  <a:gd name="csY9" fmla="*/ 290146 h 369678"/>
                  <a:gd name="csX10" fmla="*/ 132088 w 818254"/>
                  <a:gd name="csY10" fmla="*/ 298938 h 369678"/>
                  <a:gd name="csX11" fmla="*/ 193634 w 818254"/>
                  <a:gd name="csY11" fmla="*/ 360484 h 369678"/>
                  <a:gd name="csX12" fmla="*/ 307934 w 818254"/>
                  <a:gd name="csY12" fmla="*/ 351692 h 369678"/>
                  <a:gd name="csX13" fmla="*/ 343104 w 818254"/>
                  <a:gd name="csY13" fmla="*/ 342900 h 369678"/>
                  <a:gd name="csX14" fmla="*/ 395858 w 818254"/>
                  <a:gd name="csY14" fmla="*/ 351692 h 369678"/>
                  <a:gd name="csX15" fmla="*/ 518950 w 818254"/>
                  <a:gd name="csY15" fmla="*/ 360484 h 369678"/>
                  <a:gd name="csX16" fmla="*/ 545327 w 818254"/>
                  <a:gd name="csY16" fmla="*/ 307730 h 369678"/>
                  <a:gd name="csX17" fmla="*/ 624458 w 818254"/>
                  <a:gd name="csY17" fmla="*/ 263769 h 369678"/>
                  <a:gd name="csX18" fmla="*/ 650834 w 818254"/>
                  <a:gd name="csY18" fmla="*/ 246184 h 369678"/>
                  <a:gd name="csX19" fmla="*/ 756342 w 818254"/>
                  <a:gd name="csY19" fmla="*/ 219807 h 369678"/>
                  <a:gd name="csX20" fmla="*/ 800304 w 818254"/>
                  <a:gd name="csY20" fmla="*/ 211015 h 369678"/>
                  <a:gd name="csX21" fmla="*/ 817888 w 818254"/>
                  <a:gd name="csY21" fmla="*/ 184638 h 369678"/>
                  <a:gd name="csX22" fmla="*/ 809096 w 818254"/>
                  <a:gd name="csY22" fmla="*/ 123092 h 369678"/>
                  <a:gd name="csX23" fmla="*/ 765134 w 818254"/>
                  <a:gd name="csY23" fmla="*/ 17584 h 369678"/>
                  <a:gd name="csX24" fmla="*/ 738758 w 818254"/>
                  <a:gd name="csY24" fmla="*/ 0 h 369678"/>
                  <a:gd name="csX25" fmla="*/ 615665 w 818254"/>
                  <a:gd name="csY25" fmla="*/ 17584 h 369678"/>
                  <a:gd name="csX26" fmla="*/ 562911 w 818254"/>
                  <a:gd name="csY26" fmla="*/ 35169 h 369678"/>
                  <a:gd name="csX27" fmla="*/ 536534 w 818254"/>
                  <a:gd name="csY27" fmla="*/ 43961 h 369678"/>
                  <a:gd name="csX28" fmla="*/ 483781 w 818254"/>
                  <a:gd name="csY28" fmla="*/ 52753 h 369678"/>
                  <a:gd name="csX29" fmla="*/ 334311 w 818254"/>
                  <a:gd name="csY29" fmla="*/ 43961 h 369678"/>
                  <a:gd name="csX30" fmla="*/ 237596 w 818254"/>
                  <a:gd name="csY30" fmla="*/ 26377 h 369678"/>
                  <a:gd name="csX0" fmla="*/ 237596 w 818254"/>
                  <a:gd name="csY0" fmla="*/ 26377 h 369678"/>
                  <a:gd name="csX1" fmla="*/ 237596 w 818254"/>
                  <a:gd name="csY1" fmla="*/ 26377 h 369678"/>
                  <a:gd name="csX2" fmla="*/ 237596 w 818254"/>
                  <a:gd name="csY2" fmla="*/ 140677 h 369678"/>
                  <a:gd name="csX3" fmla="*/ 228804 w 818254"/>
                  <a:gd name="csY3" fmla="*/ 167053 h 369678"/>
                  <a:gd name="csX4" fmla="*/ 176050 w 818254"/>
                  <a:gd name="csY4" fmla="*/ 184638 h 369678"/>
                  <a:gd name="csX5" fmla="*/ 8996 w 818254"/>
                  <a:gd name="csY5" fmla="*/ 202223 h 369678"/>
                  <a:gd name="csX6" fmla="*/ 204 w 818254"/>
                  <a:gd name="csY6" fmla="*/ 228600 h 369678"/>
                  <a:gd name="csX7" fmla="*/ 44165 w 818254"/>
                  <a:gd name="csY7" fmla="*/ 263769 h 369678"/>
                  <a:gd name="csX8" fmla="*/ 70542 w 818254"/>
                  <a:gd name="csY8" fmla="*/ 281353 h 369678"/>
                  <a:gd name="csX9" fmla="*/ 105711 w 818254"/>
                  <a:gd name="csY9" fmla="*/ 290146 h 369678"/>
                  <a:gd name="csX10" fmla="*/ 132088 w 818254"/>
                  <a:gd name="csY10" fmla="*/ 298938 h 369678"/>
                  <a:gd name="csX11" fmla="*/ 193634 w 818254"/>
                  <a:gd name="csY11" fmla="*/ 360484 h 369678"/>
                  <a:gd name="csX12" fmla="*/ 307934 w 818254"/>
                  <a:gd name="csY12" fmla="*/ 351692 h 369678"/>
                  <a:gd name="csX13" fmla="*/ 343104 w 818254"/>
                  <a:gd name="csY13" fmla="*/ 342900 h 369678"/>
                  <a:gd name="csX14" fmla="*/ 395858 w 818254"/>
                  <a:gd name="csY14" fmla="*/ 351692 h 369678"/>
                  <a:gd name="csX15" fmla="*/ 518950 w 818254"/>
                  <a:gd name="csY15" fmla="*/ 360484 h 369678"/>
                  <a:gd name="csX16" fmla="*/ 545327 w 818254"/>
                  <a:gd name="csY16" fmla="*/ 307730 h 369678"/>
                  <a:gd name="csX17" fmla="*/ 624458 w 818254"/>
                  <a:gd name="csY17" fmla="*/ 263769 h 369678"/>
                  <a:gd name="csX18" fmla="*/ 650834 w 818254"/>
                  <a:gd name="csY18" fmla="*/ 246184 h 369678"/>
                  <a:gd name="csX19" fmla="*/ 756342 w 818254"/>
                  <a:gd name="csY19" fmla="*/ 219807 h 369678"/>
                  <a:gd name="csX20" fmla="*/ 800304 w 818254"/>
                  <a:gd name="csY20" fmla="*/ 211015 h 369678"/>
                  <a:gd name="csX21" fmla="*/ 817888 w 818254"/>
                  <a:gd name="csY21" fmla="*/ 184638 h 369678"/>
                  <a:gd name="csX22" fmla="*/ 809096 w 818254"/>
                  <a:gd name="csY22" fmla="*/ 123092 h 369678"/>
                  <a:gd name="csX23" fmla="*/ 765134 w 818254"/>
                  <a:gd name="csY23" fmla="*/ 17584 h 369678"/>
                  <a:gd name="csX24" fmla="*/ 738758 w 818254"/>
                  <a:gd name="csY24" fmla="*/ 0 h 369678"/>
                  <a:gd name="csX25" fmla="*/ 615665 w 818254"/>
                  <a:gd name="csY25" fmla="*/ 17584 h 369678"/>
                  <a:gd name="csX26" fmla="*/ 562911 w 818254"/>
                  <a:gd name="csY26" fmla="*/ 35169 h 369678"/>
                  <a:gd name="csX27" fmla="*/ 536534 w 818254"/>
                  <a:gd name="csY27" fmla="*/ 43961 h 369678"/>
                  <a:gd name="csX28" fmla="*/ 483781 w 818254"/>
                  <a:gd name="csY28" fmla="*/ 52753 h 369678"/>
                  <a:gd name="csX29" fmla="*/ 350186 w 818254"/>
                  <a:gd name="csY29" fmla="*/ 15386 h 369678"/>
                  <a:gd name="csX30" fmla="*/ 237596 w 818254"/>
                  <a:gd name="csY30" fmla="*/ 26377 h 369678"/>
                  <a:gd name="csX0" fmla="*/ 237596 w 818254"/>
                  <a:gd name="csY0" fmla="*/ 26377 h 369678"/>
                  <a:gd name="csX1" fmla="*/ 237596 w 818254"/>
                  <a:gd name="csY1" fmla="*/ 26377 h 369678"/>
                  <a:gd name="csX2" fmla="*/ 224896 w 818254"/>
                  <a:gd name="csY2" fmla="*/ 131152 h 369678"/>
                  <a:gd name="csX3" fmla="*/ 228804 w 818254"/>
                  <a:gd name="csY3" fmla="*/ 167053 h 369678"/>
                  <a:gd name="csX4" fmla="*/ 176050 w 818254"/>
                  <a:gd name="csY4" fmla="*/ 184638 h 369678"/>
                  <a:gd name="csX5" fmla="*/ 8996 w 818254"/>
                  <a:gd name="csY5" fmla="*/ 202223 h 369678"/>
                  <a:gd name="csX6" fmla="*/ 204 w 818254"/>
                  <a:gd name="csY6" fmla="*/ 228600 h 369678"/>
                  <a:gd name="csX7" fmla="*/ 44165 w 818254"/>
                  <a:gd name="csY7" fmla="*/ 263769 h 369678"/>
                  <a:gd name="csX8" fmla="*/ 70542 w 818254"/>
                  <a:gd name="csY8" fmla="*/ 281353 h 369678"/>
                  <a:gd name="csX9" fmla="*/ 105711 w 818254"/>
                  <a:gd name="csY9" fmla="*/ 290146 h 369678"/>
                  <a:gd name="csX10" fmla="*/ 132088 w 818254"/>
                  <a:gd name="csY10" fmla="*/ 298938 h 369678"/>
                  <a:gd name="csX11" fmla="*/ 193634 w 818254"/>
                  <a:gd name="csY11" fmla="*/ 360484 h 369678"/>
                  <a:gd name="csX12" fmla="*/ 307934 w 818254"/>
                  <a:gd name="csY12" fmla="*/ 351692 h 369678"/>
                  <a:gd name="csX13" fmla="*/ 343104 w 818254"/>
                  <a:gd name="csY13" fmla="*/ 342900 h 369678"/>
                  <a:gd name="csX14" fmla="*/ 395858 w 818254"/>
                  <a:gd name="csY14" fmla="*/ 351692 h 369678"/>
                  <a:gd name="csX15" fmla="*/ 518950 w 818254"/>
                  <a:gd name="csY15" fmla="*/ 360484 h 369678"/>
                  <a:gd name="csX16" fmla="*/ 545327 w 818254"/>
                  <a:gd name="csY16" fmla="*/ 307730 h 369678"/>
                  <a:gd name="csX17" fmla="*/ 624458 w 818254"/>
                  <a:gd name="csY17" fmla="*/ 263769 h 369678"/>
                  <a:gd name="csX18" fmla="*/ 650834 w 818254"/>
                  <a:gd name="csY18" fmla="*/ 246184 h 369678"/>
                  <a:gd name="csX19" fmla="*/ 756342 w 818254"/>
                  <a:gd name="csY19" fmla="*/ 219807 h 369678"/>
                  <a:gd name="csX20" fmla="*/ 800304 w 818254"/>
                  <a:gd name="csY20" fmla="*/ 211015 h 369678"/>
                  <a:gd name="csX21" fmla="*/ 817888 w 818254"/>
                  <a:gd name="csY21" fmla="*/ 184638 h 369678"/>
                  <a:gd name="csX22" fmla="*/ 809096 w 818254"/>
                  <a:gd name="csY22" fmla="*/ 123092 h 369678"/>
                  <a:gd name="csX23" fmla="*/ 765134 w 818254"/>
                  <a:gd name="csY23" fmla="*/ 17584 h 369678"/>
                  <a:gd name="csX24" fmla="*/ 738758 w 818254"/>
                  <a:gd name="csY24" fmla="*/ 0 h 369678"/>
                  <a:gd name="csX25" fmla="*/ 615665 w 818254"/>
                  <a:gd name="csY25" fmla="*/ 17584 h 369678"/>
                  <a:gd name="csX26" fmla="*/ 562911 w 818254"/>
                  <a:gd name="csY26" fmla="*/ 35169 h 369678"/>
                  <a:gd name="csX27" fmla="*/ 536534 w 818254"/>
                  <a:gd name="csY27" fmla="*/ 43961 h 369678"/>
                  <a:gd name="csX28" fmla="*/ 483781 w 818254"/>
                  <a:gd name="csY28" fmla="*/ 52753 h 369678"/>
                  <a:gd name="csX29" fmla="*/ 350186 w 818254"/>
                  <a:gd name="csY29" fmla="*/ 15386 h 369678"/>
                  <a:gd name="csX30" fmla="*/ 237596 w 818254"/>
                  <a:gd name="csY30" fmla="*/ 26377 h 369678"/>
                  <a:gd name="csX0" fmla="*/ 262996 w 818254"/>
                  <a:gd name="csY0" fmla="*/ 29552 h 369678"/>
                  <a:gd name="csX1" fmla="*/ 237596 w 818254"/>
                  <a:gd name="csY1" fmla="*/ 26377 h 369678"/>
                  <a:gd name="csX2" fmla="*/ 224896 w 818254"/>
                  <a:gd name="csY2" fmla="*/ 131152 h 369678"/>
                  <a:gd name="csX3" fmla="*/ 228804 w 818254"/>
                  <a:gd name="csY3" fmla="*/ 167053 h 369678"/>
                  <a:gd name="csX4" fmla="*/ 176050 w 818254"/>
                  <a:gd name="csY4" fmla="*/ 184638 h 369678"/>
                  <a:gd name="csX5" fmla="*/ 8996 w 818254"/>
                  <a:gd name="csY5" fmla="*/ 202223 h 369678"/>
                  <a:gd name="csX6" fmla="*/ 204 w 818254"/>
                  <a:gd name="csY6" fmla="*/ 228600 h 369678"/>
                  <a:gd name="csX7" fmla="*/ 44165 w 818254"/>
                  <a:gd name="csY7" fmla="*/ 263769 h 369678"/>
                  <a:gd name="csX8" fmla="*/ 70542 w 818254"/>
                  <a:gd name="csY8" fmla="*/ 281353 h 369678"/>
                  <a:gd name="csX9" fmla="*/ 105711 w 818254"/>
                  <a:gd name="csY9" fmla="*/ 290146 h 369678"/>
                  <a:gd name="csX10" fmla="*/ 132088 w 818254"/>
                  <a:gd name="csY10" fmla="*/ 298938 h 369678"/>
                  <a:gd name="csX11" fmla="*/ 193634 w 818254"/>
                  <a:gd name="csY11" fmla="*/ 360484 h 369678"/>
                  <a:gd name="csX12" fmla="*/ 307934 w 818254"/>
                  <a:gd name="csY12" fmla="*/ 351692 h 369678"/>
                  <a:gd name="csX13" fmla="*/ 343104 w 818254"/>
                  <a:gd name="csY13" fmla="*/ 342900 h 369678"/>
                  <a:gd name="csX14" fmla="*/ 395858 w 818254"/>
                  <a:gd name="csY14" fmla="*/ 351692 h 369678"/>
                  <a:gd name="csX15" fmla="*/ 518950 w 818254"/>
                  <a:gd name="csY15" fmla="*/ 360484 h 369678"/>
                  <a:gd name="csX16" fmla="*/ 545327 w 818254"/>
                  <a:gd name="csY16" fmla="*/ 307730 h 369678"/>
                  <a:gd name="csX17" fmla="*/ 624458 w 818254"/>
                  <a:gd name="csY17" fmla="*/ 263769 h 369678"/>
                  <a:gd name="csX18" fmla="*/ 650834 w 818254"/>
                  <a:gd name="csY18" fmla="*/ 246184 h 369678"/>
                  <a:gd name="csX19" fmla="*/ 756342 w 818254"/>
                  <a:gd name="csY19" fmla="*/ 219807 h 369678"/>
                  <a:gd name="csX20" fmla="*/ 800304 w 818254"/>
                  <a:gd name="csY20" fmla="*/ 211015 h 369678"/>
                  <a:gd name="csX21" fmla="*/ 817888 w 818254"/>
                  <a:gd name="csY21" fmla="*/ 184638 h 369678"/>
                  <a:gd name="csX22" fmla="*/ 809096 w 818254"/>
                  <a:gd name="csY22" fmla="*/ 123092 h 369678"/>
                  <a:gd name="csX23" fmla="*/ 765134 w 818254"/>
                  <a:gd name="csY23" fmla="*/ 17584 h 369678"/>
                  <a:gd name="csX24" fmla="*/ 738758 w 818254"/>
                  <a:gd name="csY24" fmla="*/ 0 h 369678"/>
                  <a:gd name="csX25" fmla="*/ 615665 w 818254"/>
                  <a:gd name="csY25" fmla="*/ 17584 h 369678"/>
                  <a:gd name="csX26" fmla="*/ 562911 w 818254"/>
                  <a:gd name="csY26" fmla="*/ 35169 h 369678"/>
                  <a:gd name="csX27" fmla="*/ 536534 w 818254"/>
                  <a:gd name="csY27" fmla="*/ 43961 h 369678"/>
                  <a:gd name="csX28" fmla="*/ 483781 w 818254"/>
                  <a:gd name="csY28" fmla="*/ 52753 h 369678"/>
                  <a:gd name="csX29" fmla="*/ 350186 w 818254"/>
                  <a:gd name="csY29" fmla="*/ 15386 h 369678"/>
                  <a:gd name="csX30" fmla="*/ 262996 w 818254"/>
                  <a:gd name="csY30" fmla="*/ 29552 h 369678"/>
                  <a:gd name="csX0" fmla="*/ 262996 w 818254"/>
                  <a:gd name="csY0" fmla="*/ 29552 h 369678"/>
                  <a:gd name="csX1" fmla="*/ 240771 w 818254"/>
                  <a:gd name="csY1" fmla="*/ 51777 h 369678"/>
                  <a:gd name="csX2" fmla="*/ 224896 w 818254"/>
                  <a:gd name="csY2" fmla="*/ 131152 h 369678"/>
                  <a:gd name="csX3" fmla="*/ 228804 w 818254"/>
                  <a:gd name="csY3" fmla="*/ 167053 h 369678"/>
                  <a:gd name="csX4" fmla="*/ 176050 w 818254"/>
                  <a:gd name="csY4" fmla="*/ 184638 h 369678"/>
                  <a:gd name="csX5" fmla="*/ 8996 w 818254"/>
                  <a:gd name="csY5" fmla="*/ 202223 h 369678"/>
                  <a:gd name="csX6" fmla="*/ 204 w 818254"/>
                  <a:gd name="csY6" fmla="*/ 228600 h 369678"/>
                  <a:gd name="csX7" fmla="*/ 44165 w 818254"/>
                  <a:gd name="csY7" fmla="*/ 263769 h 369678"/>
                  <a:gd name="csX8" fmla="*/ 70542 w 818254"/>
                  <a:gd name="csY8" fmla="*/ 281353 h 369678"/>
                  <a:gd name="csX9" fmla="*/ 105711 w 818254"/>
                  <a:gd name="csY9" fmla="*/ 290146 h 369678"/>
                  <a:gd name="csX10" fmla="*/ 132088 w 818254"/>
                  <a:gd name="csY10" fmla="*/ 298938 h 369678"/>
                  <a:gd name="csX11" fmla="*/ 193634 w 818254"/>
                  <a:gd name="csY11" fmla="*/ 360484 h 369678"/>
                  <a:gd name="csX12" fmla="*/ 307934 w 818254"/>
                  <a:gd name="csY12" fmla="*/ 351692 h 369678"/>
                  <a:gd name="csX13" fmla="*/ 343104 w 818254"/>
                  <a:gd name="csY13" fmla="*/ 342900 h 369678"/>
                  <a:gd name="csX14" fmla="*/ 395858 w 818254"/>
                  <a:gd name="csY14" fmla="*/ 351692 h 369678"/>
                  <a:gd name="csX15" fmla="*/ 518950 w 818254"/>
                  <a:gd name="csY15" fmla="*/ 360484 h 369678"/>
                  <a:gd name="csX16" fmla="*/ 545327 w 818254"/>
                  <a:gd name="csY16" fmla="*/ 307730 h 369678"/>
                  <a:gd name="csX17" fmla="*/ 624458 w 818254"/>
                  <a:gd name="csY17" fmla="*/ 263769 h 369678"/>
                  <a:gd name="csX18" fmla="*/ 650834 w 818254"/>
                  <a:gd name="csY18" fmla="*/ 246184 h 369678"/>
                  <a:gd name="csX19" fmla="*/ 756342 w 818254"/>
                  <a:gd name="csY19" fmla="*/ 219807 h 369678"/>
                  <a:gd name="csX20" fmla="*/ 800304 w 818254"/>
                  <a:gd name="csY20" fmla="*/ 211015 h 369678"/>
                  <a:gd name="csX21" fmla="*/ 817888 w 818254"/>
                  <a:gd name="csY21" fmla="*/ 184638 h 369678"/>
                  <a:gd name="csX22" fmla="*/ 809096 w 818254"/>
                  <a:gd name="csY22" fmla="*/ 123092 h 369678"/>
                  <a:gd name="csX23" fmla="*/ 765134 w 818254"/>
                  <a:gd name="csY23" fmla="*/ 17584 h 369678"/>
                  <a:gd name="csX24" fmla="*/ 738758 w 818254"/>
                  <a:gd name="csY24" fmla="*/ 0 h 369678"/>
                  <a:gd name="csX25" fmla="*/ 615665 w 818254"/>
                  <a:gd name="csY25" fmla="*/ 17584 h 369678"/>
                  <a:gd name="csX26" fmla="*/ 562911 w 818254"/>
                  <a:gd name="csY26" fmla="*/ 35169 h 369678"/>
                  <a:gd name="csX27" fmla="*/ 536534 w 818254"/>
                  <a:gd name="csY27" fmla="*/ 43961 h 369678"/>
                  <a:gd name="csX28" fmla="*/ 483781 w 818254"/>
                  <a:gd name="csY28" fmla="*/ 52753 h 369678"/>
                  <a:gd name="csX29" fmla="*/ 350186 w 818254"/>
                  <a:gd name="csY29" fmla="*/ 15386 h 369678"/>
                  <a:gd name="csX30" fmla="*/ 262996 w 818254"/>
                  <a:gd name="csY30" fmla="*/ 29552 h 3696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</a:cxnLst>
                <a:rect l="l" t="t" r="r" b="b"/>
                <a:pathLst>
                  <a:path w="818254" h="369678">
                    <a:moveTo>
                      <a:pt x="262996" y="29552"/>
                    </a:moveTo>
                    <a:lnTo>
                      <a:pt x="240771" y="51777"/>
                    </a:lnTo>
                    <a:cubicBezTo>
                      <a:pt x="249559" y="130875"/>
                      <a:pt x="226891" y="111939"/>
                      <a:pt x="224896" y="131152"/>
                    </a:cubicBezTo>
                    <a:cubicBezTo>
                      <a:pt x="222902" y="150365"/>
                      <a:pt x="236945" y="158139"/>
                      <a:pt x="228804" y="167053"/>
                    </a:cubicBezTo>
                    <a:cubicBezTo>
                      <a:pt x="220663" y="175967"/>
                      <a:pt x="193635" y="178776"/>
                      <a:pt x="176050" y="184638"/>
                    </a:cubicBezTo>
                    <a:cubicBezTo>
                      <a:pt x="105103" y="208287"/>
                      <a:pt x="158906" y="192853"/>
                      <a:pt x="8996" y="202223"/>
                    </a:cubicBezTo>
                    <a:cubicBezTo>
                      <a:pt x="6065" y="211015"/>
                      <a:pt x="-1320" y="219458"/>
                      <a:pt x="204" y="228600"/>
                    </a:cubicBezTo>
                    <a:cubicBezTo>
                      <a:pt x="5593" y="260938"/>
                      <a:pt x="22967" y="253171"/>
                      <a:pt x="44165" y="263769"/>
                    </a:cubicBezTo>
                    <a:cubicBezTo>
                      <a:pt x="53616" y="268495"/>
                      <a:pt x="60829" y="277190"/>
                      <a:pt x="70542" y="281353"/>
                    </a:cubicBezTo>
                    <a:cubicBezTo>
                      <a:pt x="81649" y="286113"/>
                      <a:pt x="94092" y="286826"/>
                      <a:pt x="105711" y="290146"/>
                    </a:cubicBezTo>
                    <a:cubicBezTo>
                      <a:pt x="114622" y="292692"/>
                      <a:pt x="123296" y="296007"/>
                      <a:pt x="132088" y="298938"/>
                    </a:cubicBezTo>
                    <a:cubicBezTo>
                      <a:pt x="172399" y="359403"/>
                      <a:pt x="147208" y="345009"/>
                      <a:pt x="193634" y="360484"/>
                    </a:cubicBezTo>
                    <a:cubicBezTo>
                      <a:pt x="231734" y="357553"/>
                      <a:pt x="269983" y="356157"/>
                      <a:pt x="307934" y="351692"/>
                    </a:cubicBezTo>
                    <a:cubicBezTo>
                      <a:pt x="319935" y="350280"/>
                      <a:pt x="331020" y="342900"/>
                      <a:pt x="343104" y="342900"/>
                    </a:cubicBezTo>
                    <a:cubicBezTo>
                      <a:pt x="360931" y="342900"/>
                      <a:pt x="378273" y="348761"/>
                      <a:pt x="395858" y="351692"/>
                    </a:cubicBezTo>
                    <a:cubicBezTo>
                      <a:pt x="471027" y="376749"/>
                      <a:pt x="430219" y="371576"/>
                      <a:pt x="518950" y="360484"/>
                    </a:cubicBezTo>
                    <a:cubicBezTo>
                      <a:pt x="525222" y="341668"/>
                      <a:pt x="529285" y="321767"/>
                      <a:pt x="545327" y="307730"/>
                    </a:cubicBezTo>
                    <a:cubicBezTo>
                      <a:pt x="582537" y="275172"/>
                      <a:pt x="588230" y="275845"/>
                      <a:pt x="624458" y="263769"/>
                    </a:cubicBezTo>
                    <a:cubicBezTo>
                      <a:pt x="633250" y="257907"/>
                      <a:pt x="641178" y="250476"/>
                      <a:pt x="650834" y="246184"/>
                    </a:cubicBezTo>
                    <a:cubicBezTo>
                      <a:pt x="695281" y="226430"/>
                      <a:pt x="709560" y="228313"/>
                      <a:pt x="756342" y="219807"/>
                    </a:cubicBezTo>
                    <a:cubicBezTo>
                      <a:pt x="771045" y="217134"/>
                      <a:pt x="785650" y="213946"/>
                      <a:pt x="800304" y="211015"/>
                    </a:cubicBezTo>
                    <a:cubicBezTo>
                      <a:pt x="806165" y="202223"/>
                      <a:pt x="816837" y="195153"/>
                      <a:pt x="817888" y="184638"/>
                    </a:cubicBezTo>
                    <a:cubicBezTo>
                      <a:pt x="819950" y="164017"/>
                      <a:pt x="812803" y="143481"/>
                      <a:pt x="809096" y="123092"/>
                    </a:cubicBezTo>
                    <a:cubicBezTo>
                      <a:pt x="803807" y="94003"/>
                      <a:pt x="784316" y="30372"/>
                      <a:pt x="765134" y="17584"/>
                    </a:cubicBezTo>
                    <a:lnTo>
                      <a:pt x="738758" y="0"/>
                    </a:lnTo>
                    <a:cubicBezTo>
                      <a:pt x="697727" y="5861"/>
                      <a:pt x="654986" y="4477"/>
                      <a:pt x="615665" y="17584"/>
                    </a:cubicBezTo>
                    <a:lnTo>
                      <a:pt x="562911" y="35169"/>
                    </a:lnTo>
                    <a:cubicBezTo>
                      <a:pt x="554119" y="38100"/>
                      <a:pt x="545676" y="42437"/>
                      <a:pt x="536534" y="43961"/>
                    </a:cubicBezTo>
                    <a:lnTo>
                      <a:pt x="483781" y="52753"/>
                    </a:lnTo>
                    <a:cubicBezTo>
                      <a:pt x="433958" y="49822"/>
                      <a:pt x="400095" y="15386"/>
                      <a:pt x="350186" y="15386"/>
                    </a:cubicBezTo>
                    <a:cubicBezTo>
                      <a:pt x="317815" y="15386"/>
                      <a:pt x="279115" y="32483"/>
                      <a:pt x="262996" y="29552"/>
                    </a:cubicBezTo>
                    <a:close/>
                  </a:path>
                </a:pathLst>
              </a:custGeom>
              <a:solidFill>
                <a:srgbClr val="F5E7F4"/>
              </a:solidFill>
              <a:ln>
                <a:solidFill>
                  <a:srgbClr val="D191B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BE22ECA3-E8EC-77DA-2BFE-31EAAED5F34B}"/>
                  </a:ext>
                </a:extLst>
              </p:cNvPr>
              <p:cNvSpPr/>
              <p:nvPr/>
            </p:nvSpPr>
            <p:spPr>
              <a:xfrm>
                <a:off x="8350250" y="2538547"/>
                <a:ext cx="650875" cy="211003"/>
              </a:xfrm>
              <a:custGeom>
                <a:avLst/>
                <a:gdLst>
                  <a:gd name="csX0" fmla="*/ 12700 w 650875"/>
                  <a:gd name="csY0" fmla="*/ 55428 h 211003"/>
                  <a:gd name="csX1" fmla="*/ 12700 w 650875"/>
                  <a:gd name="csY1" fmla="*/ 55428 h 211003"/>
                  <a:gd name="csX2" fmla="*/ 57150 w 650875"/>
                  <a:gd name="csY2" fmla="*/ 39553 h 211003"/>
                  <a:gd name="csX3" fmla="*/ 69850 w 650875"/>
                  <a:gd name="csY3" fmla="*/ 36378 h 211003"/>
                  <a:gd name="csX4" fmla="*/ 101600 w 650875"/>
                  <a:gd name="csY4" fmla="*/ 30028 h 211003"/>
                  <a:gd name="csX5" fmla="*/ 130175 w 650875"/>
                  <a:gd name="csY5" fmla="*/ 23678 h 211003"/>
                  <a:gd name="csX6" fmla="*/ 149225 w 650875"/>
                  <a:gd name="csY6" fmla="*/ 20503 h 211003"/>
                  <a:gd name="csX7" fmla="*/ 158750 w 650875"/>
                  <a:gd name="csY7" fmla="*/ 17328 h 211003"/>
                  <a:gd name="csX8" fmla="*/ 177800 w 650875"/>
                  <a:gd name="csY8" fmla="*/ 14153 h 211003"/>
                  <a:gd name="csX9" fmla="*/ 187325 w 650875"/>
                  <a:gd name="csY9" fmla="*/ 10978 h 211003"/>
                  <a:gd name="csX10" fmla="*/ 269875 w 650875"/>
                  <a:gd name="csY10" fmla="*/ 1453 h 211003"/>
                  <a:gd name="csX11" fmla="*/ 447675 w 650875"/>
                  <a:gd name="csY11" fmla="*/ 7803 h 211003"/>
                  <a:gd name="csX12" fmla="*/ 473075 w 650875"/>
                  <a:gd name="csY12" fmla="*/ 14153 h 211003"/>
                  <a:gd name="csX13" fmla="*/ 492125 w 650875"/>
                  <a:gd name="csY13" fmla="*/ 20503 h 211003"/>
                  <a:gd name="csX14" fmla="*/ 501650 w 650875"/>
                  <a:gd name="csY14" fmla="*/ 26853 h 211003"/>
                  <a:gd name="csX15" fmla="*/ 511175 w 650875"/>
                  <a:gd name="csY15" fmla="*/ 30028 h 211003"/>
                  <a:gd name="csX16" fmla="*/ 530225 w 650875"/>
                  <a:gd name="csY16" fmla="*/ 42728 h 211003"/>
                  <a:gd name="csX17" fmla="*/ 558800 w 650875"/>
                  <a:gd name="csY17" fmla="*/ 58603 h 211003"/>
                  <a:gd name="csX18" fmla="*/ 568325 w 650875"/>
                  <a:gd name="csY18" fmla="*/ 64953 h 211003"/>
                  <a:gd name="csX19" fmla="*/ 577850 w 650875"/>
                  <a:gd name="csY19" fmla="*/ 68128 h 211003"/>
                  <a:gd name="csX20" fmla="*/ 596900 w 650875"/>
                  <a:gd name="csY20" fmla="*/ 80828 h 211003"/>
                  <a:gd name="csX21" fmla="*/ 606425 w 650875"/>
                  <a:gd name="csY21" fmla="*/ 84003 h 211003"/>
                  <a:gd name="csX22" fmla="*/ 625475 w 650875"/>
                  <a:gd name="csY22" fmla="*/ 99878 h 211003"/>
                  <a:gd name="csX23" fmla="*/ 644525 w 650875"/>
                  <a:gd name="csY23" fmla="*/ 112578 h 211003"/>
                  <a:gd name="csX24" fmla="*/ 647700 w 650875"/>
                  <a:gd name="csY24" fmla="*/ 125278 h 211003"/>
                  <a:gd name="csX25" fmla="*/ 650875 w 650875"/>
                  <a:gd name="csY25" fmla="*/ 134803 h 211003"/>
                  <a:gd name="csX26" fmla="*/ 647700 w 650875"/>
                  <a:gd name="csY26" fmla="*/ 160203 h 211003"/>
                  <a:gd name="csX27" fmla="*/ 644525 w 650875"/>
                  <a:gd name="csY27" fmla="*/ 169728 h 211003"/>
                  <a:gd name="csX28" fmla="*/ 635000 w 650875"/>
                  <a:gd name="csY28" fmla="*/ 176078 h 211003"/>
                  <a:gd name="csX29" fmla="*/ 536575 w 650875"/>
                  <a:gd name="csY29" fmla="*/ 185603 h 211003"/>
                  <a:gd name="csX30" fmla="*/ 533400 w 650875"/>
                  <a:gd name="csY30" fmla="*/ 195128 h 211003"/>
                  <a:gd name="csX31" fmla="*/ 498475 w 650875"/>
                  <a:gd name="csY31" fmla="*/ 211003 h 211003"/>
                  <a:gd name="csX32" fmla="*/ 396875 w 650875"/>
                  <a:gd name="csY32" fmla="*/ 204653 h 211003"/>
                  <a:gd name="csX33" fmla="*/ 387350 w 650875"/>
                  <a:gd name="csY33" fmla="*/ 198303 h 211003"/>
                  <a:gd name="csX34" fmla="*/ 381000 w 650875"/>
                  <a:gd name="csY34" fmla="*/ 172903 h 211003"/>
                  <a:gd name="csX35" fmla="*/ 377825 w 650875"/>
                  <a:gd name="csY35" fmla="*/ 147503 h 211003"/>
                  <a:gd name="csX36" fmla="*/ 361950 w 650875"/>
                  <a:gd name="csY36" fmla="*/ 131628 h 211003"/>
                  <a:gd name="csX37" fmla="*/ 263525 w 650875"/>
                  <a:gd name="csY37" fmla="*/ 134803 h 211003"/>
                  <a:gd name="csX38" fmla="*/ 241300 w 650875"/>
                  <a:gd name="csY38" fmla="*/ 137978 h 211003"/>
                  <a:gd name="csX39" fmla="*/ 222250 w 650875"/>
                  <a:gd name="csY39" fmla="*/ 144328 h 211003"/>
                  <a:gd name="csX40" fmla="*/ 193675 w 650875"/>
                  <a:gd name="csY40" fmla="*/ 153853 h 211003"/>
                  <a:gd name="csX41" fmla="*/ 184150 w 650875"/>
                  <a:gd name="csY41" fmla="*/ 157028 h 211003"/>
                  <a:gd name="csX42" fmla="*/ 174625 w 650875"/>
                  <a:gd name="csY42" fmla="*/ 160203 h 211003"/>
                  <a:gd name="csX43" fmla="*/ 155575 w 650875"/>
                  <a:gd name="csY43" fmla="*/ 163378 h 211003"/>
                  <a:gd name="csX44" fmla="*/ 123825 w 650875"/>
                  <a:gd name="csY44" fmla="*/ 160203 h 211003"/>
                  <a:gd name="csX45" fmla="*/ 82550 w 650875"/>
                  <a:gd name="csY45" fmla="*/ 153853 h 211003"/>
                  <a:gd name="csX46" fmla="*/ 60325 w 650875"/>
                  <a:gd name="csY46" fmla="*/ 150678 h 211003"/>
                  <a:gd name="csX47" fmla="*/ 41275 w 650875"/>
                  <a:gd name="csY47" fmla="*/ 144328 h 211003"/>
                  <a:gd name="csX48" fmla="*/ 31750 w 650875"/>
                  <a:gd name="csY48" fmla="*/ 141153 h 211003"/>
                  <a:gd name="csX49" fmla="*/ 22225 w 650875"/>
                  <a:gd name="csY49" fmla="*/ 134803 h 211003"/>
                  <a:gd name="csX50" fmla="*/ 9525 w 650875"/>
                  <a:gd name="csY50" fmla="*/ 115753 h 211003"/>
                  <a:gd name="csX51" fmla="*/ 3175 w 650875"/>
                  <a:gd name="csY51" fmla="*/ 106228 h 211003"/>
                  <a:gd name="csX52" fmla="*/ 0 w 650875"/>
                  <a:gd name="csY52" fmla="*/ 96703 h 211003"/>
                  <a:gd name="csX53" fmla="*/ 6350 w 650875"/>
                  <a:gd name="csY53" fmla="*/ 55428 h 211003"/>
                  <a:gd name="csX54" fmla="*/ 12700 w 650875"/>
                  <a:gd name="csY54" fmla="*/ 55428 h 2110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</a:cxnLst>
                <a:rect l="l" t="t" r="r" b="b"/>
                <a:pathLst>
                  <a:path w="650875" h="211003">
                    <a:moveTo>
                      <a:pt x="12700" y="55428"/>
                    </a:moveTo>
                    <a:lnTo>
                      <a:pt x="12700" y="55428"/>
                    </a:lnTo>
                    <a:cubicBezTo>
                      <a:pt x="19485" y="52884"/>
                      <a:pt x="47941" y="41855"/>
                      <a:pt x="57150" y="39553"/>
                    </a:cubicBezTo>
                    <a:cubicBezTo>
                      <a:pt x="61383" y="38495"/>
                      <a:pt x="65583" y="37292"/>
                      <a:pt x="69850" y="36378"/>
                    </a:cubicBezTo>
                    <a:cubicBezTo>
                      <a:pt x="80403" y="34117"/>
                      <a:pt x="91129" y="32646"/>
                      <a:pt x="101600" y="30028"/>
                    </a:cubicBezTo>
                    <a:cubicBezTo>
                      <a:pt x="115190" y="26631"/>
                      <a:pt x="115395" y="26365"/>
                      <a:pt x="130175" y="23678"/>
                    </a:cubicBezTo>
                    <a:cubicBezTo>
                      <a:pt x="136509" y="22526"/>
                      <a:pt x="142941" y="21900"/>
                      <a:pt x="149225" y="20503"/>
                    </a:cubicBezTo>
                    <a:cubicBezTo>
                      <a:pt x="152492" y="19777"/>
                      <a:pt x="155483" y="18054"/>
                      <a:pt x="158750" y="17328"/>
                    </a:cubicBezTo>
                    <a:cubicBezTo>
                      <a:pt x="165034" y="15931"/>
                      <a:pt x="171516" y="15550"/>
                      <a:pt x="177800" y="14153"/>
                    </a:cubicBezTo>
                    <a:cubicBezTo>
                      <a:pt x="181067" y="13427"/>
                      <a:pt x="184029" y="11560"/>
                      <a:pt x="187325" y="10978"/>
                    </a:cubicBezTo>
                    <a:cubicBezTo>
                      <a:pt x="223796" y="4542"/>
                      <a:pt x="234396" y="4410"/>
                      <a:pt x="269875" y="1453"/>
                    </a:cubicBezTo>
                    <a:cubicBezTo>
                      <a:pt x="336888" y="2767"/>
                      <a:pt x="388890" y="-5763"/>
                      <a:pt x="447675" y="7803"/>
                    </a:cubicBezTo>
                    <a:cubicBezTo>
                      <a:pt x="456179" y="9765"/>
                      <a:pt x="464796" y="11393"/>
                      <a:pt x="473075" y="14153"/>
                    </a:cubicBezTo>
                    <a:cubicBezTo>
                      <a:pt x="479425" y="16270"/>
                      <a:pt x="486556" y="16790"/>
                      <a:pt x="492125" y="20503"/>
                    </a:cubicBezTo>
                    <a:cubicBezTo>
                      <a:pt x="495300" y="22620"/>
                      <a:pt x="498237" y="25146"/>
                      <a:pt x="501650" y="26853"/>
                    </a:cubicBezTo>
                    <a:cubicBezTo>
                      <a:pt x="504643" y="28350"/>
                      <a:pt x="508249" y="28403"/>
                      <a:pt x="511175" y="30028"/>
                    </a:cubicBezTo>
                    <a:cubicBezTo>
                      <a:pt x="517846" y="33734"/>
                      <a:pt x="522985" y="40315"/>
                      <a:pt x="530225" y="42728"/>
                    </a:cubicBezTo>
                    <a:cubicBezTo>
                      <a:pt x="546990" y="48316"/>
                      <a:pt x="536965" y="44047"/>
                      <a:pt x="558800" y="58603"/>
                    </a:cubicBezTo>
                    <a:cubicBezTo>
                      <a:pt x="561975" y="60720"/>
                      <a:pt x="564705" y="63746"/>
                      <a:pt x="568325" y="64953"/>
                    </a:cubicBezTo>
                    <a:cubicBezTo>
                      <a:pt x="571500" y="66011"/>
                      <a:pt x="574924" y="66503"/>
                      <a:pt x="577850" y="68128"/>
                    </a:cubicBezTo>
                    <a:cubicBezTo>
                      <a:pt x="584521" y="71834"/>
                      <a:pt x="589660" y="78415"/>
                      <a:pt x="596900" y="80828"/>
                    </a:cubicBezTo>
                    <a:cubicBezTo>
                      <a:pt x="600075" y="81886"/>
                      <a:pt x="603432" y="82506"/>
                      <a:pt x="606425" y="84003"/>
                    </a:cubicBezTo>
                    <a:cubicBezTo>
                      <a:pt x="620040" y="90810"/>
                      <a:pt x="612836" y="90047"/>
                      <a:pt x="625475" y="99878"/>
                    </a:cubicBezTo>
                    <a:cubicBezTo>
                      <a:pt x="631499" y="104563"/>
                      <a:pt x="644525" y="112578"/>
                      <a:pt x="644525" y="112578"/>
                    </a:cubicBezTo>
                    <a:cubicBezTo>
                      <a:pt x="645583" y="116811"/>
                      <a:pt x="646501" y="121082"/>
                      <a:pt x="647700" y="125278"/>
                    </a:cubicBezTo>
                    <a:cubicBezTo>
                      <a:pt x="648619" y="128496"/>
                      <a:pt x="650875" y="131456"/>
                      <a:pt x="650875" y="134803"/>
                    </a:cubicBezTo>
                    <a:cubicBezTo>
                      <a:pt x="650875" y="143336"/>
                      <a:pt x="649226" y="151808"/>
                      <a:pt x="647700" y="160203"/>
                    </a:cubicBezTo>
                    <a:cubicBezTo>
                      <a:pt x="647101" y="163496"/>
                      <a:pt x="646616" y="167115"/>
                      <a:pt x="644525" y="169728"/>
                    </a:cubicBezTo>
                    <a:cubicBezTo>
                      <a:pt x="642141" y="172708"/>
                      <a:pt x="638487" y="174528"/>
                      <a:pt x="635000" y="176078"/>
                    </a:cubicBezTo>
                    <a:cubicBezTo>
                      <a:pt x="602964" y="190316"/>
                      <a:pt x="574633" y="184081"/>
                      <a:pt x="536575" y="185603"/>
                    </a:cubicBezTo>
                    <a:cubicBezTo>
                      <a:pt x="535517" y="188778"/>
                      <a:pt x="535767" y="192761"/>
                      <a:pt x="533400" y="195128"/>
                    </a:cubicBezTo>
                    <a:cubicBezTo>
                      <a:pt x="519668" y="208860"/>
                      <a:pt x="514898" y="207718"/>
                      <a:pt x="498475" y="211003"/>
                    </a:cubicBezTo>
                    <a:cubicBezTo>
                      <a:pt x="497773" y="210966"/>
                      <a:pt x="407925" y="206725"/>
                      <a:pt x="396875" y="204653"/>
                    </a:cubicBezTo>
                    <a:cubicBezTo>
                      <a:pt x="393124" y="203950"/>
                      <a:pt x="390525" y="200420"/>
                      <a:pt x="387350" y="198303"/>
                    </a:cubicBezTo>
                    <a:cubicBezTo>
                      <a:pt x="383487" y="186713"/>
                      <a:pt x="383189" y="187134"/>
                      <a:pt x="381000" y="172903"/>
                    </a:cubicBezTo>
                    <a:cubicBezTo>
                      <a:pt x="379703" y="164470"/>
                      <a:pt x="380070" y="155735"/>
                      <a:pt x="377825" y="147503"/>
                    </a:cubicBezTo>
                    <a:cubicBezTo>
                      <a:pt x="375473" y="138880"/>
                      <a:pt x="368535" y="136018"/>
                      <a:pt x="361950" y="131628"/>
                    </a:cubicBezTo>
                    <a:cubicBezTo>
                      <a:pt x="329142" y="132686"/>
                      <a:pt x="296305" y="133078"/>
                      <a:pt x="263525" y="134803"/>
                    </a:cubicBezTo>
                    <a:cubicBezTo>
                      <a:pt x="256052" y="135196"/>
                      <a:pt x="248592" y="136295"/>
                      <a:pt x="241300" y="137978"/>
                    </a:cubicBezTo>
                    <a:cubicBezTo>
                      <a:pt x="234778" y="139483"/>
                      <a:pt x="228600" y="142211"/>
                      <a:pt x="222250" y="144328"/>
                    </a:cubicBezTo>
                    <a:lnTo>
                      <a:pt x="193675" y="153853"/>
                    </a:lnTo>
                    <a:lnTo>
                      <a:pt x="184150" y="157028"/>
                    </a:lnTo>
                    <a:cubicBezTo>
                      <a:pt x="180975" y="158086"/>
                      <a:pt x="177926" y="159653"/>
                      <a:pt x="174625" y="160203"/>
                    </a:cubicBezTo>
                    <a:lnTo>
                      <a:pt x="155575" y="163378"/>
                    </a:lnTo>
                    <a:lnTo>
                      <a:pt x="123825" y="160203"/>
                    </a:lnTo>
                    <a:cubicBezTo>
                      <a:pt x="104261" y="157901"/>
                      <a:pt x="101210" y="156724"/>
                      <a:pt x="82550" y="153853"/>
                    </a:cubicBezTo>
                    <a:cubicBezTo>
                      <a:pt x="75153" y="152715"/>
                      <a:pt x="67733" y="151736"/>
                      <a:pt x="60325" y="150678"/>
                    </a:cubicBezTo>
                    <a:lnTo>
                      <a:pt x="41275" y="144328"/>
                    </a:lnTo>
                    <a:cubicBezTo>
                      <a:pt x="38100" y="143270"/>
                      <a:pt x="34535" y="143009"/>
                      <a:pt x="31750" y="141153"/>
                    </a:cubicBezTo>
                    <a:lnTo>
                      <a:pt x="22225" y="134803"/>
                    </a:lnTo>
                    <a:lnTo>
                      <a:pt x="9525" y="115753"/>
                    </a:lnTo>
                    <a:cubicBezTo>
                      <a:pt x="7408" y="112578"/>
                      <a:pt x="4382" y="109848"/>
                      <a:pt x="3175" y="106228"/>
                    </a:cubicBezTo>
                    <a:lnTo>
                      <a:pt x="0" y="96703"/>
                    </a:lnTo>
                    <a:cubicBezTo>
                      <a:pt x="11" y="96612"/>
                      <a:pt x="3926" y="60276"/>
                      <a:pt x="6350" y="55428"/>
                    </a:cubicBezTo>
                    <a:cubicBezTo>
                      <a:pt x="7408" y="53311"/>
                      <a:pt x="11642" y="55428"/>
                      <a:pt x="12700" y="55428"/>
                    </a:cubicBezTo>
                    <a:close/>
                  </a:path>
                </a:pathLst>
              </a:custGeom>
              <a:solidFill>
                <a:srgbClr val="E4DCE0"/>
              </a:solidFill>
              <a:ln>
                <a:solidFill>
                  <a:srgbClr val="C3B1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70567403-EF38-DE6B-46C3-64F45B5C8A58}"/>
                  </a:ext>
                </a:extLst>
              </p:cNvPr>
              <p:cNvSpPr/>
              <p:nvPr/>
            </p:nvSpPr>
            <p:spPr>
              <a:xfrm>
                <a:off x="7803814" y="2733675"/>
                <a:ext cx="1184611" cy="447675"/>
              </a:xfrm>
              <a:custGeom>
                <a:avLst/>
                <a:gdLst>
                  <a:gd name="csX0" fmla="*/ 200361 w 1184611"/>
                  <a:gd name="csY0" fmla="*/ 330200 h 447675"/>
                  <a:gd name="csX1" fmla="*/ 200361 w 1184611"/>
                  <a:gd name="csY1" fmla="*/ 330200 h 447675"/>
                  <a:gd name="csX2" fmla="*/ 127336 w 1184611"/>
                  <a:gd name="csY2" fmla="*/ 317500 h 447675"/>
                  <a:gd name="csX3" fmla="*/ 114636 w 1184611"/>
                  <a:gd name="csY3" fmla="*/ 311150 h 447675"/>
                  <a:gd name="csX4" fmla="*/ 92411 w 1184611"/>
                  <a:gd name="csY4" fmla="*/ 307975 h 447675"/>
                  <a:gd name="csX5" fmla="*/ 9861 w 1184611"/>
                  <a:gd name="csY5" fmla="*/ 311150 h 447675"/>
                  <a:gd name="csX6" fmla="*/ 336 w 1184611"/>
                  <a:gd name="csY6" fmla="*/ 314325 h 447675"/>
                  <a:gd name="csX7" fmla="*/ 3511 w 1184611"/>
                  <a:gd name="csY7" fmla="*/ 323850 h 447675"/>
                  <a:gd name="csX8" fmla="*/ 6686 w 1184611"/>
                  <a:gd name="csY8" fmla="*/ 342900 h 447675"/>
                  <a:gd name="csX9" fmla="*/ 16211 w 1184611"/>
                  <a:gd name="csY9" fmla="*/ 368300 h 447675"/>
                  <a:gd name="csX10" fmla="*/ 35261 w 1184611"/>
                  <a:gd name="csY10" fmla="*/ 381000 h 447675"/>
                  <a:gd name="csX11" fmla="*/ 44786 w 1184611"/>
                  <a:gd name="csY11" fmla="*/ 387350 h 447675"/>
                  <a:gd name="csX12" fmla="*/ 54311 w 1184611"/>
                  <a:gd name="csY12" fmla="*/ 393700 h 447675"/>
                  <a:gd name="csX13" fmla="*/ 63836 w 1184611"/>
                  <a:gd name="csY13" fmla="*/ 396875 h 447675"/>
                  <a:gd name="csX14" fmla="*/ 92411 w 1184611"/>
                  <a:gd name="csY14" fmla="*/ 409575 h 447675"/>
                  <a:gd name="csX15" fmla="*/ 124161 w 1184611"/>
                  <a:gd name="csY15" fmla="*/ 412750 h 447675"/>
                  <a:gd name="csX16" fmla="*/ 133686 w 1184611"/>
                  <a:gd name="csY16" fmla="*/ 415925 h 447675"/>
                  <a:gd name="csX17" fmla="*/ 146386 w 1184611"/>
                  <a:gd name="csY17" fmla="*/ 419100 h 447675"/>
                  <a:gd name="csX18" fmla="*/ 165436 w 1184611"/>
                  <a:gd name="csY18" fmla="*/ 425450 h 447675"/>
                  <a:gd name="csX19" fmla="*/ 184486 w 1184611"/>
                  <a:gd name="csY19" fmla="*/ 438150 h 447675"/>
                  <a:gd name="csX20" fmla="*/ 203536 w 1184611"/>
                  <a:gd name="csY20" fmla="*/ 447675 h 447675"/>
                  <a:gd name="csX21" fmla="*/ 324186 w 1184611"/>
                  <a:gd name="csY21" fmla="*/ 444500 h 447675"/>
                  <a:gd name="csX22" fmla="*/ 362286 w 1184611"/>
                  <a:gd name="csY22" fmla="*/ 434975 h 447675"/>
                  <a:gd name="csX23" fmla="*/ 371811 w 1184611"/>
                  <a:gd name="csY23" fmla="*/ 431800 h 447675"/>
                  <a:gd name="csX24" fmla="*/ 387686 w 1184611"/>
                  <a:gd name="csY24" fmla="*/ 428625 h 447675"/>
                  <a:gd name="csX25" fmla="*/ 413086 w 1184611"/>
                  <a:gd name="csY25" fmla="*/ 422275 h 447675"/>
                  <a:gd name="csX26" fmla="*/ 454361 w 1184611"/>
                  <a:gd name="csY26" fmla="*/ 415925 h 447675"/>
                  <a:gd name="csX27" fmla="*/ 508336 w 1184611"/>
                  <a:gd name="csY27" fmla="*/ 412750 h 447675"/>
                  <a:gd name="csX28" fmla="*/ 565486 w 1184611"/>
                  <a:gd name="csY28" fmla="*/ 403225 h 447675"/>
                  <a:gd name="csX29" fmla="*/ 600411 w 1184611"/>
                  <a:gd name="csY29" fmla="*/ 393700 h 447675"/>
                  <a:gd name="csX30" fmla="*/ 609936 w 1184611"/>
                  <a:gd name="csY30" fmla="*/ 390525 h 447675"/>
                  <a:gd name="csX31" fmla="*/ 628986 w 1184611"/>
                  <a:gd name="csY31" fmla="*/ 381000 h 447675"/>
                  <a:gd name="csX32" fmla="*/ 638511 w 1184611"/>
                  <a:gd name="csY32" fmla="*/ 374650 h 447675"/>
                  <a:gd name="csX33" fmla="*/ 648036 w 1184611"/>
                  <a:gd name="csY33" fmla="*/ 371475 h 447675"/>
                  <a:gd name="csX34" fmla="*/ 657561 w 1184611"/>
                  <a:gd name="csY34" fmla="*/ 365125 h 447675"/>
                  <a:gd name="csX35" fmla="*/ 673436 w 1184611"/>
                  <a:gd name="csY35" fmla="*/ 361950 h 447675"/>
                  <a:gd name="csX36" fmla="*/ 692486 w 1184611"/>
                  <a:gd name="csY36" fmla="*/ 355600 h 447675"/>
                  <a:gd name="csX37" fmla="*/ 863936 w 1184611"/>
                  <a:gd name="csY37" fmla="*/ 349250 h 447675"/>
                  <a:gd name="csX38" fmla="*/ 917911 w 1184611"/>
                  <a:gd name="csY38" fmla="*/ 346075 h 447675"/>
                  <a:gd name="csX39" fmla="*/ 990936 w 1184611"/>
                  <a:gd name="csY39" fmla="*/ 342900 h 447675"/>
                  <a:gd name="csX40" fmla="*/ 1029036 w 1184611"/>
                  <a:gd name="csY40" fmla="*/ 336550 h 447675"/>
                  <a:gd name="csX41" fmla="*/ 1044911 w 1184611"/>
                  <a:gd name="csY41" fmla="*/ 333375 h 447675"/>
                  <a:gd name="csX42" fmla="*/ 1070311 w 1184611"/>
                  <a:gd name="csY42" fmla="*/ 327025 h 447675"/>
                  <a:gd name="csX43" fmla="*/ 1079836 w 1184611"/>
                  <a:gd name="csY43" fmla="*/ 320675 h 447675"/>
                  <a:gd name="csX44" fmla="*/ 1102061 w 1184611"/>
                  <a:gd name="csY44" fmla="*/ 307975 h 447675"/>
                  <a:gd name="csX45" fmla="*/ 1114761 w 1184611"/>
                  <a:gd name="csY45" fmla="*/ 279400 h 447675"/>
                  <a:gd name="csX46" fmla="*/ 1121111 w 1184611"/>
                  <a:gd name="csY46" fmla="*/ 257175 h 447675"/>
                  <a:gd name="csX47" fmla="*/ 1127461 w 1184611"/>
                  <a:gd name="csY47" fmla="*/ 212725 h 447675"/>
                  <a:gd name="csX48" fmla="*/ 1114761 w 1184611"/>
                  <a:gd name="csY48" fmla="*/ 209550 h 447675"/>
                  <a:gd name="csX49" fmla="*/ 1124286 w 1184611"/>
                  <a:gd name="csY49" fmla="*/ 200025 h 447675"/>
                  <a:gd name="csX50" fmla="*/ 1133811 w 1184611"/>
                  <a:gd name="csY50" fmla="*/ 155575 h 447675"/>
                  <a:gd name="csX51" fmla="*/ 1162386 w 1184611"/>
                  <a:gd name="csY51" fmla="*/ 142875 h 447675"/>
                  <a:gd name="csX52" fmla="*/ 1171911 w 1184611"/>
                  <a:gd name="csY52" fmla="*/ 139700 h 447675"/>
                  <a:gd name="csX53" fmla="*/ 1181436 w 1184611"/>
                  <a:gd name="csY53" fmla="*/ 136525 h 447675"/>
                  <a:gd name="csX54" fmla="*/ 1184611 w 1184611"/>
                  <a:gd name="csY54" fmla="*/ 127000 h 447675"/>
                  <a:gd name="csX55" fmla="*/ 1181436 w 1184611"/>
                  <a:gd name="csY55" fmla="*/ 117475 h 447675"/>
                  <a:gd name="csX56" fmla="*/ 1143336 w 1184611"/>
                  <a:gd name="csY56" fmla="*/ 98425 h 447675"/>
                  <a:gd name="csX57" fmla="*/ 1133811 w 1184611"/>
                  <a:gd name="csY57" fmla="*/ 95250 h 447675"/>
                  <a:gd name="csX58" fmla="*/ 1105236 w 1184611"/>
                  <a:gd name="csY58" fmla="*/ 88900 h 447675"/>
                  <a:gd name="csX59" fmla="*/ 1063961 w 1184611"/>
                  <a:gd name="csY59" fmla="*/ 82550 h 447675"/>
                  <a:gd name="csX60" fmla="*/ 1051261 w 1184611"/>
                  <a:gd name="csY60" fmla="*/ 79375 h 447675"/>
                  <a:gd name="csX61" fmla="*/ 1035386 w 1184611"/>
                  <a:gd name="csY61" fmla="*/ 76200 h 447675"/>
                  <a:gd name="csX62" fmla="*/ 1016336 w 1184611"/>
                  <a:gd name="csY62" fmla="*/ 69850 h 447675"/>
                  <a:gd name="csX63" fmla="*/ 1006811 w 1184611"/>
                  <a:gd name="csY63" fmla="*/ 66675 h 447675"/>
                  <a:gd name="csX64" fmla="*/ 956011 w 1184611"/>
                  <a:gd name="csY64" fmla="*/ 60325 h 447675"/>
                  <a:gd name="csX65" fmla="*/ 921086 w 1184611"/>
                  <a:gd name="csY65" fmla="*/ 53975 h 447675"/>
                  <a:gd name="csX66" fmla="*/ 902036 w 1184611"/>
                  <a:gd name="csY66" fmla="*/ 47625 h 447675"/>
                  <a:gd name="csX67" fmla="*/ 882986 w 1184611"/>
                  <a:gd name="csY67" fmla="*/ 34925 h 447675"/>
                  <a:gd name="csX68" fmla="*/ 867111 w 1184611"/>
                  <a:gd name="csY68" fmla="*/ 15875 h 447675"/>
                  <a:gd name="csX69" fmla="*/ 860761 w 1184611"/>
                  <a:gd name="csY69" fmla="*/ 6350 h 447675"/>
                  <a:gd name="csX70" fmla="*/ 841711 w 1184611"/>
                  <a:gd name="csY70" fmla="*/ 0 h 447675"/>
                  <a:gd name="csX71" fmla="*/ 752811 w 1184611"/>
                  <a:gd name="csY71" fmla="*/ 3175 h 447675"/>
                  <a:gd name="csX72" fmla="*/ 727411 w 1184611"/>
                  <a:gd name="csY72" fmla="*/ 6350 h 447675"/>
                  <a:gd name="csX73" fmla="*/ 698836 w 1184611"/>
                  <a:gd name="csY73" fmla="*/ 9525 h 447675"/>
                  <a:gd name="csX74" fmla="*/ 628986 w 1184611"/>
                  <a:gd name="csY74" fmla="*/ 0 h 447675"/>
                  <a:gd name="csX75" fmla="*/ 600411 w 1184611"/>
                  <a:gd name="csY75" fmla="*/ 9525 h 447675"/>
                  <a:gd name="csX76" fmla="*/ 597236 w 1184611"/>
                  <a:gd name="csY76" fmla="*/ 19050 h 447675"/>
                  <a:gd name="csX77" fmla="*/ 594061 w 1184611"/>
                  <a:gd name="csY77" fmla="*/ 88900 h 447675"/>
                  <a:gd name="csX78" fmla="*/ 578186 w 1184611"/>
                  <a:gd name="csY78" fmla="*/ 142875 h 447675"/>
                  <a:gd name="csX79" fmla="*/ 568661 w 1184611"/>
                  <a:gd name="csY79" fmla="*/ 152400 h 447675"/>
                  <a:gd name="csX80" fmla="*/ 536911 w 1184611"/>
                  <a:gd name="csY80" fmla="*/ 161925 h 447675"/>
                  <a:gd name="csX81" fmla="*/ 517861 w 1184611"/>
                  <a:gd name="csY81" fmla="*/ 168275 h 447675"/>
                  <a:gd name="csX82" fmla="*/ 508336 w 1184611"/>
                  <a:gd name="csY82" fmla="*/ 171450 h 447675"/>
                  <a:gd name="csX83" fmla="*/ 498811 w 1184611"/>
                  <a:gd name="csY83" fmla="*/ 174625 h 447675"/>
                  <a:gd name="csX84" fmla="*/ 489286 w 1184611"/>
                  <a:gd name="csY84" fmla="*/ 180975 h 447675"/>
                  <a:gd name="csX85" fmla="*/ 460711 w 1184611"/>
                  <a:gd name="csY85" fmla="*/ 190500 h 447675"/>
                  <a:gd name="csX86" fmla="*/ 416261 w 1184611"/>
                  <a:gd name="csY86" fmla="*/ 203200 h 447675"/>
                  <a:gd name="csX87" fmla="*/ 378161 w 1184611"/>
                  <a:gd name="csY87" fmla="*/ 212725 h 447675"/>
                  <a:gd name="csX88" fmla="*/ 368636 w 1184611"/>
                  <a:gd name="csY88" fmla="*/ 215900 h 447675"/>
                  <a:gd name="csX89" fmla="*/ 349586 w 1184611"/>
                  <a:gd name="csY89" fmla="*/ 228600 h 447675"/>
                  <a:gd name="csX90" fmla="*/ 330536 w 1184611"/>
                  <a:gd name="csY90" fmla="*/ 257175 h 447675"/>
                  <a:gd name="csX91" fmla="*/ 324186 w 1184611"/>
                  <a:gd name="csY91" fmla="*/ 266700 h 447675"/>
                  <a:gd name="csX92" fmla="*/ 317836 w 1184611"/>
                  <a:gd name="csY92" fmla="*/ 285750 h 447675"/>
                  <a:gd name="csX93" fmla="*/ 305136 w 1184611"/>
                  <a:gd name="csY93" fmla="*/ 304800 h 447675"/>
                  <a:gd name="csX94" fmla="*/ 301961 w 1184611"/>
                  <a:gd name="csY94" fmla="*/ 314325 h 447675"/>
                  <a:gd name="csX95" fmla="*/ 292436 w 1184611"/>
                  <a:gd name="csY95" fmla="*/ 320675 h 447675"/>
                  <a:gd name="csX96" fmla="*/ 282911 w 1184611"/>
                  <a:gd name="csY96" fmla="*/ 330200 h 447675"/>
                  <a:gd name="csX97" fmla="*/ 251161 w 1184611"/>
                  <a:gd name="csY97" fmla="*/ 336550 h 447675"/>
                  <a:gd name="csX98" fmla="*/ 206711 w 1184611"/>
                  <a:gd name="csY98" fmla="*/ 330200 h 447675"/>
                  <a:gd name="csX99" fmla="*/ 200361 w 1184611"/>
                  <a:gd name="csY99" fmla="*/ 330200 h 447675"/>
                  <a:gd name="csX0" fmla="*/ 200361 w 1184611"/>
                  <a:gd name="csY0" fmla="*/ 330200 h 447675"/>
                  <a:gd name="csX1" fmla="*/ 200361 w 1184611"/>
                  <a:gd name="csY1" fmla="*/ 330200 h 447675"/>
                  <a:gd name="csX2" fmla="*/ 127336 w 1184611"/>
                  <a:gd name="csY2" fmla="*/ 317500 h 447675"/>
                  <a:gd name="csX3" fmla="*/ 114636 w 1184611"/>
                  <a:gd name="csY3" fmla="*/ 311150 h 447675"/>
                  <a:gd name="csX4" fmla="*/ 92411 w 1184611"/>
                  <a:gd name="csY4" fmla="*/ 307975 h 447675"/>
                  <a:gd name="csX5" fmla="*/ 9861 w 1184611"/>
                  <a:gd name="csY5" fmla="*/ 311150 h 447675"/>
                  <a:gd name="csX6" fmla="*/ 336 w 1184611"/>
                  <a:gd name="csY6" fmla="*/ 314325 h 447675"/>
                  <a:gd name="csX7" fmla="*/ 3511 w 1184611"/>
                  <a:gd name="csY7" fmla="*/ 323850 h 447675"/>
                  <a:gd name="csX8" fmla="*/ 6686 w 1184611"/>
                  <a:gd name="csY8" fmla="*/ 342900 h 447675"/>
                  <a:gd name="csX9" fmla="*/ 16211 w 1184611"/>
                  <a:gd name="csY9" fmla="*/ 368300 h 447675"/>
                  <a:gd name="csX10" fmla="*/ 35261 w 1184611"/>
                  <a:gd name="csY10" fmla="*/ 381000 h 447675"/>
                  <a:gd name="csX11" fmla="*/ 44786 w 1184611"/>
                  <a:gd name="csY11" fmla="*/ 387350 h 447675"/>
                  <a:gd name="csX12" fmla="*/ 54311 w 1184611"/>
                  <a:gd name="csY12" fmla="*/ 393700 h 447675"/>
                  <a:gd name="csX13" fmla="*/ 63836 w 1184611"/>
                  <a:gd name="csY13" fmla="*/ 396875 h 447675"/>
                  <a:gd name="csX14" fmla="*/ 92411 w 1184611"/>
                  <a:gd name="csY14" fmla="*/ 409575 h 447675"/>
                  <a:gd name="csX15" fmla="*/ 124161 w 1184611"/>
                  <a:gd name="csY15" fmla="*/ 412750 h 447675"/>
                  <a:gd name="csX16" fmla="*/ 133686 w 1184611"/>
                  <a:gd name="csY16" fmla="*/ 415925 h 447675"/>
                  <a:gd name="csX17" fmla="*/ 146386 w 1184611"/>
                  <a:gd name="csY17" fmla="*/ 419100 h 447675"/>
                  <a:gd name="csX18" fmla="*/ 165436 w 1184611"/>
                  <a:gd name="csY18" fmla="*/ 425450 h 447675"/>
                  <a:gd name="csX19" fmla="*/ 184486 w 1184611"/>
                  <a:gd name="csY19" fmla="*/ 438150 h 447675"/>
                  <a:gd name="csX20" fmla="*/ 203536 w 1184611"/>
                  <a:gd name="csY20" fmla="*/ 447675 h 447675"/>
                  <a:gd name="csX21" fmla="*/ 324186 w 1184611"/>
                  <a:gd name="csY21" fmla="*/ 444500 h 447675"/>
                  <a:gd name="csX22" fmla="*/ 362286 w 1184611"/>
                  <a:gd name="csY22" fmla="*/ 434975 h 447675"/>
                  <a:gd name="csX23" fmla="*/ 371811 w 1184611"/>
                  <a:gd name="csY23" fmla="*/ 431800 h 447675"/>
                  <a:gd name="csX24" fmla="*/ 387686 w 1184611"/>
                  <a:gd name="csY24" fmla="*/ 428625 h 447675"/>
                  <a:gd name="csX25" fmla="*/ 413086 w 1184611"/>
                  <a:gd name="csY25" fmla="*/ 422275 h 447675"/>
                  <a:gd name="csX26" fmla="*/ 454361 w 1184611"/>
                  <a:gd name="csY26" fmla="*/ 415925 h 447675"/>
                  <a:gd name="csX27" fmla="*/ 508336 w 1184611"/>
                  <a:gd name="csY27" fmla="*/ 412750 h 447675"/>
                  <a:gd name="csX28" fmla="*/ 565486 w 1184611"/>
                  <a:gd name="csY28" fmla="*/ 403225 h 447675"/>
                  <a:gd name="csX29" fmla="*/ 600411 w 1184611"/>
                  <a:gd name="csY29" fmla="*/ 393700 h 447675"/>
                  <a:gd name="csX30" fmla="*/ 609936 w 1184611"/>
                  <a:gd name="csY30" fmla="*/ 390525 h 447675"/>
                  <a:gd name="csX31" fmla="*/ 628986 w 1184611"/>
                  <a:gd name="csY31" fmla="*/ 381000 h 447675"/>
                  <a:gd name="csX32" fmla="*/ 638511 w 1184611"/>
                  <a:gd name="csY32" fmla="*/ 374650 h 447675"/>
                  <a:gd name="csX33" fmla="*/ 648036 w 1184611"/>
                  <a:gd name="csY33" fmla="*/ 371475 h 447675"/>
                  <a:gd name="csX34" fmla="*/ 657561 w 1184611"/>
                  <a:gd name="csY34" fmla="*/ 365125 h 447675"/>
                  <a:gd name="csX35" fmla="*/ 673436 w 1184611"/>
                  <a:gd name="csY35" fmla="*/ 361950 h 447675"/>
                  <a:gd name="csX36" fmla="*/ 692486 w 1184611"/>
                  <a:gd name="csY36" fmla="*/ 355600 h 447675"/>
                  <a:gd name="csX37" fmla="*/ 863936 w 1184611"/>
                  <a:gd name="csY37" fmla="*/ 349250 h 447675"/>
                  <a:gd name="csX38" fmla="*/ 917911 w 1184611"/>
                  <a:gd name="csY38" fmla="*/ 346075 h 447675"/>
                  <a:gd name="csX39" fmla="*/ 990936 w 1184611"/>
                  <a:gd name="csY39" fmla="*/ 342900 h 447675"/>
                  <a:gd name="csX40" fmla="*/ 1029036 w 1184611"/>
                  <a:gd name="csY40" fmla="*/ 336550 h 447675"/>
                  <a:gd name="csX41" fmla="*/ 1044911 w 1184611"/>
                  <a:gd name="csY41" fmla="*/ 333375 h 447675"/>
                  <a:gd name="csX42" fmla="*/ 1070311 w 1184611"/>
                  <a:gd name="csY42" fmla="*/ 327025 h 447675"/>
                  <a:gd name="csX43" fmla="*/ 1079836 w 1184611"/>
                  <a:gd name="csY43" fmla="*/ 320675 h 447675"/>
                  <a:gd name="csX44" fmla="*/ 1102061 w 1184611"/>
                  <a:gd name="csY44" fmla="*/ 307975 h 447675"/>
                  <a:gd name="csX45" fmla="*/ 1114761 w 1184611"/>
                  <a:gd name="csY45" fmla="*/ 279400 h 447675"/>
                  <a:gd name="csX46" fmla="*/ 1121111 w 1184611"/>
                  <a:gd name="csY46" fmla="*/ 257175 h 447675"/>
                  <a:gd name="csX47" fmla="*/ 1127461 w 1184611"/>
                  <a:gd name="csY47" fmla="*/ 212725 h 447675"/>
                  <a:gd name="csX48" fmla="*/ 1114761 w 1184611"/>
                  <a:gd name="csY48" fmla="*/ 209550 h 447675"/>
                  <a:gd name="csX49" fmla="*/ 1133811 w 1184611"/>
                  <a:gd name="csY49" fmla="*/ 200025 h 447675"/>
                  <a:gd name="csX50" fmla="*/ 1133811 w 1184611"/>
                  <a:gd name="csY50" fmla="*/ 155575 h 447675"/>
                  <a:gd name="csX51" fmla="*/ 1162386 w 1184611"/>
                  <a:gd name="csY51" fmla="*/ 142875 h 447675"/>
                  <a:gd name="csX52" fmla="*/ 1171911 w 1184611"/>
                  <a:gd name="csY52" fmla="*/ 139700 h 447675"/>
                  <a:gd name="csX53" fmla="*/ 1181436 w 1184611"/>
                  <a:gd name="csY53" fmla="*/ 136525 h 447675"/>
                  <a:gd name="csX54" fmla="*/ 1184611 w 1184611"/>
                  <a:gd name="csY54" fmla="*/ 127000 h 447675"/>
                  <a:gd name="csX55" fmla="*/ 1181436 w 1184611"/>
                  <a:gd name="csY55" fmla="*/ 117475 h 447675"/>
                  <a:gd name="csX56" fmla="*/ 1143336 w 1184611"/>
                  <a:gd name="csY56" fmla="*/ 98425 h 447675"/>
                  <a:gd name="csX57" fmla="*/ 1133811 w 1184611"/>
                  <a:gd name="csY57" fmla="*/ 95250 h 447675"/>
                  <a:gd name="csX58" fmla="*/ 1105236 w 1184611"/>
                  <a:gd name="csY58" fmla="*/ 88900 h 447675"/>
                  <a:gd name="csX59" fmla="*/ 1063961 w 1184611"/>
                  <a:gd name="csY59" fmla="*/ 82550 h 447675"/>
                  <a:gd name="csX60" fmla="*/ 1051261 w 1184611"/>
                  <a:gd name="csY60" fmla="*/ 79375 h 447675"/>
                  <a:gd name="csX61" fmla="*/ 1035386 w 1184611"/>
                  <a:gd name="csY61" fmla="*/ 76200 h 447675"/>
                  <a:gd name="csX62" fmla="*/ 1016336 w 1184611"/>
                  <a:gd name="csY62" fmla="*/ 69850 h 447675"/>
                  <a:gd name="csX63" fmla="*/ 1006811 w 1184611"/>
                  <a:gd name="csY63" fmla="*/ 66675 h 447675"/>
                  <a:gd name="csX64" fmla="*/ 956011 w 1184611"/>
                  <a:gd name="csY64" fmla="*/ 60325 h 447675"/>
                  <a:gd name="csX65" fmla="*/ 921086 w 1184611"/>
                  <a:gd name="csY65" fmla="*/ 53975 h 447675"/>
                  <a:gd name="csX66" fmla="*/ 902036 w 1184611"/>
                  <a:gd name="csY66" fmla="*/ 47625 h 447675"/>
                  <a:gd name="csX67" fmla="*/ 882986 w 1184611"/>
                  <a:gd name="csY67" fmla="*/ 34925 h 447675"/>
                  <a:gd name="csX68" fmla="*/ 867111 w 1184611"/>
                  <a:gd name="csY68" fmla="*/ 15875 h 447675"/>
                  <a:gd name="csX69" fmla="*/ 860761 w 1184611"/>
                  <a:gd name="csY69" fmla="*/ 6350 h 447675"/>
                  <a:gd name="csX70" fmla="*/ 841711 w 1184611"/>
                  <a:gd name="csY70" fmla="*/ 0 h 447675"/>
                  <a:gd name="csX71" fmla="*/ 752811 w 1184611"/>
                  <a:gd name="csY71" fmla="*/ 3175 h 447675"/>
                  <a:gd name="csX72" fmla="*/ 727411 w 1184611"/>
                  <a:gd name="csY72" fmla="*/ 6350 h 447675"/>
                  <a:gd name="csX73" fmla="*/ 698836 w 1184611"/>
                  <a:gd name="csY73" fmla="*/ 9525 h 447675"/>
                  <a:gd name="csX74" fmla="*/ 628986 w 1184611"/>
                  <a:gd name="csY74" fmla="*/ 0 h 447675"/>
                  <a:gd name="csX75" fmla="*/ 600411 w 1184611"/>
                  <a:gd name="csY75" fmla="*/ 9525 h 447675"/>
                  <a:gd name="csX76" fmla="*/ 597236 w 1184611"/>
                  <a:gd name="csY76" fmla="*/ 19050 h 447675"/>
                  <a:gd name="csX77" fmla="*/ 594061 w 1184611"/>
                  <a:gd name="csY77" fmla="*/ 88900 h 447675"/>
                  <a:gd name="csX78" fmla="*/ 578186 w 1184611"/>
                  <a:gd name="csY78" fmla="*/ 142875 h 447675"/>
                  <a:gd name="csX79" fmla="*/ 568661 w 1184611"/>
                  <a:gd name="csY79" fmla="*/ 152400 h 447675"/>
                  <a:gd name="csX80" fmla="*/ 536911 w 1184611"/>
                  <a:gd name="csY80" fmla="*/ 161925 h 447675"/>
                  <a:gd name="csX81" fmla="*/ 517861 w 1184611"/>
                  <a:gd name="csY81" fmla="*/ 168275 h 447675"/>
                  <a:gd name="csX82" fmla="*/ 508336 w 1184611"/>
                  <a:gd name="csY82" fmla="*/ 171450 h 447675"/>
                  <a:gd name="csX83" fmla="*/ 498811 w 1184611"/>
                  <a:gd name="csY83" fmla="*/ 174625 h 447675"/>
                  <a:gd name="csX84" fmla="*/ 489286 w 1184611"/>
                  <a:gd name="csY84" fmla="*/ 180975 h 447675"/>
                  <a:gd name="csX85" fmla="*/ 460711 w 1184611"/>
                  <a:gd name="csY85" fmla="*/ 190500 h 447675"/>
                  <a:gd name="csX86" fmla="*/ 416261 w 1184611"/>
                  <a:gd name="csY86" fmla="*/ 203200 h 447675"/>
                  <a:gd name="csX87" fmla="*/ 378161 w 1184611"/>
                  <a:gd name="csY87" fmla="*/ 212725 h 447675"/>
                  <a:gd name="csX88" fmla="*/ 368636 w 1184611"/>
                  <a:gd name="csY88" fmla="*/ 215900 h 447675"/>
                  <a:gd name="csX89" fmla="*/ 349586 w 1184611"/>
                  <a:gd name="csY89" fmla="*/ 228600 h 447675"/>
                  <a:gd name="csX90" fmla="*/ 330536 w 1184611"/>
                  <a:gd name="csY90" fmla="*/ 257175 h 447675"/>
                  <a:gd name="csX91" fmla="*/ 324186 w 1184611"/>
                  <a:gd name="csY91" fmla="*/ 266700 h 447675"/>
                  <a:gd name="csX92" fmla="*/ 317836 w 1184611"/>
                  <a:gd name="csY92" fmla="*/ 285750 h 447675"/>
                  <a:gd name="csX93" fmla="*/ 305136 w 1184611"/>
                  <a:gd name="csY93" fmla="*/ 304800 h 447675"/>
                  <a:gd name="csX94" fmla="*/ 301961 w 1184611"/>
                  <a:gd name="csY94" fmla="*/ 314325 h 447675"/>
                  <a:gd name="csX95" fmla="*/ 292436 w 1184611"/>
                  <a:gd name="csY95" fmla="*/ 320675 h 447675"/>
                  <a:gd name="csX96" fmla="*/ 282911 w 1184611"/>
                  <a:gd name="csY96" fmla="*/ 330200 h 447675"/>
                  <a:gd name="csX97" fmla="*/ 251161 w 1184611"/>
                  <a:gd name="csY97" fmla="*/ 336550 h 447675"/>
                  <a:gd name="csX98" fmla="*/ 206711 w 1184611"/>
                  <a:gd name="csY98" fmla="*/ 330200 h 447675"/>
                  <a:gd name="csX99" fmla="*/ 200361 w 1184611"/>
                  <a:gd name="csY99" fmla="*/ 330200 h 4476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</a:cxnLst>
                <a:rect l="l" t="t" r="r" b="b"/>
                <a:pathLst>
                  <a:path w="1184611" h="447675">
                    <a:moveTo>
                      <a:pt x="200361" y="330200"/>
                    </a:moveTo>
                    <a:lnTo>
                      <a:pt x="200361" y="330200"/>
                    </a:lnTo>
                    <a:cubicBezTo>
                      <a:pt x="176019" y="325967"/>
                      <a:pt x="151455" y="322860"/>
                      <a:pt x="127336" y="317500"/>
                    </a:cubicBezTo>
                    <a:cubicBezTo>
                      <a:pt x="122716" y="316473"/>
                      <a:pt x="119202" y="312395"/>
                      <a:pt x="114636" y="311150"/>
                    </a:cubicBezTo>
                    <a:cubicBezTo>
                      <a:pt x="107416" y="309181"/>
                      <a:pt x="99819" y="309033"/>
                      <a:pt x="92411" y="307975"/>
                    </a:cubicBezTo>
                    <a:cubicBezTo>
                      <a:pt x="64894" y="309033"/>
                      <a:pt x="37333" y="309255"/>
                      <a:pt x="9861" y="311150"/>
                    </a:cubicBezTo>
                    <a:cubicBezTo>
                      <a:pt x="6522" y="311380"/>
                      <a:pt x="1833" y="311332"/>
                      <a:pt x="336" y="314325"/>
                    </a:cubicBezTo>
                    <a:cubicBezTo>
                      <a:pt x="-1161" y="317318"/>
                      <a:pt x="2785" y="320583"/>
                      <a:pt x="3511" y="323850"/>
                    </a:cubicBezTo>
                    <a:cubicBezTo>
                      <a:pt x="4908" y="330134"/>
                      <a:pt x="5423" y="336587"/>
                      <a:pt x="6686" y="342900"/>
                    </a:cubicBezTo>
                    <a:cubicBezTo>
                      <a:pt x="8015" y="349544"/>
                      <a:pt x="11157" y="363246"/>
                      <a:pt x="16211" y="368300"/>
                    </a:cubicBezTo>
                    <a:cubicBezTo>
                      <a:pt x="21607" y="373696"/>
                      <a:pt x="28911" y="376767"/>
                      <a:pt x="35261" y="381000"/>
                    </a:cubicBezTo>
                    <a:lnTo>
                      <a:pt x="44786" y="387350"/>
                    </a:lnTo>
                    <a:cubicBezTo>
                      <a:pt x="47961" y="389467"/>
                      <a:pt x="50691" y="392493"/>
                      <a:pt x="54311" y="393700"/>
                    </a:cubicBezTo>
                    <a:cubicBezTo>
                      <a:pt x="57486" y="394758"/>
                      <a:pt x="60843" y="395378"/>
                      <a:pt x="63836" y="396875"/>
                    </a:cubicBezTo>
                    <a:cubicBezTo>
                      <a:pt x="77681" y="403797"/>
                      <a:pt x="71933" y="407527"/>
                      <a:pt x="92411" y="409575"/>
                    </a:cubicBezTo>
                    <a:lnTo>
                      <a:pt x="124161" y="412750"/>
                    </a:lnTo>
                    <a:cubicBezTo>
                      <a:pt x="127336" y="413808"/>
                      <a:pt x="130468" y="415006"/>
                      <a:pt x="133686" y="415925"/>
                    </a:cubicBezTo>
                    <a:cubicBezTo>
                      <a:pt x="137882" y="417124"/>
                      <a:pt x="142206" y="417846"/>
                      <a:pt x="146386" y="419100"/>
                    </a:cubicBezTo>
                    <a:cubicBezTo>
                      <a:pt x="152797" y="421023"/>
                      <a:pt x="165436" y="425450"/>
                      <a:pt x="165436" y="425450"/>
                    </a:cubicBezTo>
                    <a:cubicBezTo>
                      <a:pt x="183492" y="443506"/>
                      <a:pt x="166106" y="428960"/>
                      <a:pt x="184486" y="438150"/>
                    </a:cubicBezTo>
                    <a:cubicBezTo>
                      <a:pt x="209105" y="450460"/>
                      <a:pt x="179595" y="439695"/>
                      <a:pt x="203536" y="447675"/>
                    </a:cubicBezTo>
                    <a:lnTo>
                      <a:pt x="324186" y="444500"/>
                    </a:lnTo>
                    <a:cubicBezTo>
                      <a:pt x="339037" y="443825"/>
                      <a:pt x="348359" y="439617"/>
                      <a:pt x="362286" y="434975"/>
                    </a:cubicBezTo>
                    <a:cubicBezTo>
                      <a:pt x="365461" y="433917"/>
                      <a:pt x="368529" y="432456"/>
                      <a:pt x="371811" y="431800"/>
                    </a:cubicBezTo>
                    <a:cubicBezTo>
                      <a:pt x="377103" y="430742"/>
                      <a:pt x="382428" y="429838"/>
                      <a:pt x="387686" y="428625"/>
                    </a:cubicBezTo>
                    <a:cubicBezTo>
                      <a:pt x="396190" y="426663"/>
                      <a:pt x="404528" y="423987"/>
                      <a:pt x="413086" y="422275"/>
                    </a:cubicBezTo>
                    <a:cubicBezTo>
                      <a:pt x="430034" y="418885"/>
                      <a:pt x="435139" y="417463"/>
                      <a:pt x="454361" y="415925"/>
                    </a:cubicBezTo>
                    <a:cubicBezTo>
                      <a:pt x="472326" y="414488"/>
                      <a:pt x="490344" y="413808"/>
                      <a:pt x="508336" y="412750"/>
                    </a:cubicBezTo>
                    <a:cubicBezTo>
                      <a:pt x="544446" y="408236"/>
                      <a:pt x="525369" y="411248"/>
                      <a:pt x="565486" y="403225"/>
                    </a:cubicBezTo>
                    <a:cubicBezTo>
                      <a:pt x="587925" y="398737"/>
                      <a:pt x="576241" y="401757"/>
                      <a:pt x="600411" y="393700"/>
                    </a:cubicBezTo>
                    <a:cubicBezTo>
                      <a:pt x="603586" y="392642"/>
                      <a:pt x="607151" y="392381"/>
                      <a:pt x="609936" y="390525"/>
                    </a:cubicBezTo>
                    <a:cubicBezTo>
                      <a:pt x="637233" y="372327"/>
                      <a:pt x="602696" y="394145"/>
                      <a:pt x="628986" y="381000"/>
                    </a:cubicBezTo>
                    <a:cubicBezTo>
                      <a:pt x="632399" y="379293"/>
                      <a:pt x="635098" y="376357"/>
                      <a:pt x="638511" y="374650"/>
                    </a:cubicBezTo>
                    <a:cubicBezTo>
                      <a:pt x="641504" y="373153"/>
                      <a:pt x="645043" y="372972"/>
                      <a:pt x="648036" y="371475"/>
                    </a:cubicBezTo>
                    <a:cubicBezTo>
                      <a:pt x="651449" y="369768"/>
                      <a:pt x="653988" y="366465"/>
                      <a:pt x="657561" y="365125"/>
                    </a:cubicBezTo>
                    <a:cubicBezTo>
                      <a:pt x="662614" y="363230"/>
                      <a:pt x="668230" y="363370"/>
                      <a:pt x="673436" y="361950"/>
                    </a:cubicBezTo>
                    <a:cubicBezTo>
                      <a:pt x="679894" y="360189"/>
                      <a:pt x="685844" y="356430"/>
                      <a:pt x="692486" y="355600"/>
                    </a:cubicBezTo>
                    <a:cubicBezTo>
                      <a:pt x="766205" y="346385"/>
                      <a:pt x="709355" y="352610"/>
                      <a:pt x="863936" y="349250"/>
                    </a:cubicBezTo>
                    <a:lnTo>
                      <a:pt x="917911" y="346075"/>
                    </a:lnTo>
                    <a:cubicBezTo>
                      <a:pt x="942245" y="344858"/>
                      <a:pt x="966622" y="344469"/>
                      <a:pt x="990936" y="342900"/>
                    </a:cubicBezTo>
                    <a:cubicBezTo>
                      <a:pt x="1016489" y="341251"/>
                      <a:pt x="1010194" y="340737"/>
                      <a:pt x="1029036" y="336550"/>
                    </a:cubicBezTo>
                    <a:cubicBezTo>
                      <a:pt x="1034304" y="335379"/>
                      <a:pt x="1039653" y="334588"/>
                      <a:pt x="1044911" y="333375"/>
                    </a:cubicBezTo>
                    <a:cubicBezTo>
                      <a:pt x="1053415" y="331413"/>
                      <a:pt x="1070311" y="327025"/>
                      <a:pt x="1070311" y="327025"/>
                    </a:cubicBezTo>
                    <a:cubicBezTo>
                      <a:pt x="1073486" y="324908"/>
                      <a:pt x="1076423" y="322382"/>
                      <a:pt x="1079836" y="320675"/>
                    </a:cubicBezTo>
                    <a:cubicBezTo>
                      <a:pt x="1094367" y="313410"/>
                      <a:pt x="1086706" y="323330"/>
                      <a:pt x="1102061" y="307975"/>
                    </a:cubicBezTo>
                    <a:cubicBezTo>
                      <a:pt x="1109608" y="300428"/>
                      <a:pt x="1111617" y="288831"/>
                      <a:pt x="1114761" y="279400"/>
                    </a:cubicBezTo>
                    <a:cubicBezTo>
                      <a:pt x="1117787" y="270322"/>
                      <a:pt x="1119118" y="267142"/>
                      <a:pt x="1121111" y="257175"/>
                    </a:cubicBezTo>
                    <a:cubicBezTo>
                      <a:pt x="1124163" y="241916"/>
                      <a:pt x="1125510" y="228333"/>
                      <a:pt x="1127461" y="212725"/>
                    </a:cubicBezTo>
                    <a:cubicBezTo>
                      <a:pt x="1123228" y="211667"/>
                      <a:pt x="1113703" y="211667"/>
                      <a:pt x="1114761" y="209550"/>
                    </a:cubicBezTo>
                    <a:cubicBezTo>
                      <a:pt x="1115819" y="207433"/>
                      <a:pt x="1132277" y="204245"/>
                      <a:pt x="1133811" y="200025"/>
                    </a:cubicBezTo>
                    <a:cubicBezTo>
                      <a:pt x="1134991" y="196780"/>
                      <a:pt x="1129048" y="165100"/>
                      <a:pt x="1133811" y="155575"/>
                    </a:cubicBezTo>
                    <a:cubicBezTo>
                      <a:pt x="1138574" y="146050"/>
                      <a:pt x="1139716" y="150432"/>
                      <a:pt x="1162386" y="142875"/>
                    </a:cubicBezTo>
                    <a:lnTo>
                      <a:pt x="1171911" y="139700"/>
                    </a:lnTo>
                    <a:lnTo>
                      <a:pt x="1181436" y="136525"/>
                    </a:lnTo>
                    <a:cubicBezTo>
                      <a:pt x="1182494" y="133350"/>
                      <a:pt x="1184611" y="130347"/>
                      <a:pt x="1184611" y="127000"/>
                    </a:cubicBezTo>
                    <a:cubicBezTo>
                      <a:pt x="1184611" y="123653"/>
                      <a:pt x="1183803" y="119842"/>
                      <a:pt x="1181436" y="117475"/>
                    </a:cubicBezTo>
                    <a:cubicBezTo>
                      <a:pt x="1169126" y="105165"/>
                      <a:pt x="1158830" y="103590"/>
                      <a:pt x="1143336" y="98425"/>
                    </a:cubicBezTo>
                    <a:cubicBezTo>
                      <a:pt x="1140161" y="97367"/>
                      <a:pt x="1137058" y="96062"/>
                      <a:pt x="1133811" y="95250"/>
                    </a:cubicBezTo>
                    <a:cubicBezTo>
                      <a:pt x="1123698" y="92722"/>
                      <a:pt x="1115716" y="90512"/>
                      <a:pt x="1105236" y="88900"/>
                    </a:cubicBezTo>
                    <a:cubicBezTo>
                      <a:pt x="1073964" y="84089"/>
                      <a:pt x="1088530" y="88010"/>
                      <a:pt x="1063961" y="82550"/>
                    </a:cubicBezTo>
                    <a:cubicBezTo>
                      <a:pt x="1059701" y="81603"/>
                      <a:pt x="1055521" y="80322"/>
                      <a:pt x="1051261" y="79375"/>
                    </a:cubicBezTo>
                    <a:cubicBezTo>
                      <a:pt x="1045993" y="78204"/>
                      <a:pt x="1040592" y="77620"/>
                      <a:pt x="1035386" y="76200"/>
                    </a:cubicBezTo>
                    <a:cubicBezTo>
                      <a:pt x="1028928" y="74439"/>
                      <a:pt x="1022686" y="71967"/>
                      <a:pt x="1016336" y="69850"/>
                    </a:cubicBezTo>
                    <a:cubicBezTo>
                      <a:pt x="1013161" y="68792"/>
                      <a:pt x="1010112" y="67225"/>
                      <a:pt x="1006811" y="66675"/>
                    </a:cubicBezTo>
                    <a:cubicBezTo>
                      <a:pt x="963413" y="59442"/>
                      <a:pt x="1017060" y="67956"/>
                      <a:pt x="956011" y="60325"/>
                    </a:cubicBezTo>
                    <a:cubicBezTo>
                      <a:pt x="951543" y="59766"/>
                      <a:pt x="926588" y="55475"/>
                      <a:pt x="921086" y="53975"/>
                    </a:cubicBezTo>
                    <a:cubicBezTo>
                      <a:pt x="914628" y="52214"/>
                      <a:pt x="907605" y="51338"/>
                      <a:pt x="902036" y="47625"/>
                    </a:cubicBezTo>
                    <a:lnTo>
                      <a:pt x="882986" y="34925"/>
                    </a:lnTo>
                    <a:cubicBezTo>
                      <a:pt x="867220" y="11276"/>
                      <a:pt x="887483" y="40321"/>
                      <a:pt x="867111" y="15875"/>
                    </a:cubicBezTo>
                    <a:cubicBezTo>
                      <a:pt x="864668" y="12944"/>
                      <a:pt x="863997" y="8372"/>
                      <a:pt x="860761" y="6350"/>
                    </a:cubicBezTo>
                    <a:cubicBezTo>
                      <a:pt x="855085" y="2802"/>
                      <a:pt x="841711" y="0"/>
                      <a:pt x="841711" y="0"/>
                    </a:cubicBezTo>
                    <a:lnTo>
                      <a:pt x="752811" y="3175"/>
                    </a:lnTo>
                    <a:cubicBezTo>
                      <a:pt x="744292" y="3648"/>
                      <a:pt x="735885" y="5353"/>
                      <a:pt x="727411" y="6350"/>
                    </a:cubicBezTo>
                    <a:lnTo>
                      <a:pt x="698836" y="9525"/>
                    </a:lnTo>
                    <a:cubicBezTo>
                      <a:pt x="645939" y="1968"/>
                      <a:pt x="669238" y="5031"/>
                      <a:pt x="628986" y="0"/>
                    </a:cubicBezTo>
                    <a:cubicBezTo>
                      <a:pt x="619691" y="1549"/>
                      <a:pt x="607279" y="940"/>
                      <a:pt x="600411" y="9525"/>
                    </a:cubicBezTo>
                    <a:cubicBezTo>
                      <a:pt x="598320" y="12138"/>
                      <a:pt x="598294" y="15875"/>
                      <a:pt x="597236" y="19050"/>
                    </a:cubicBezTo>
                    <a:cubicBezTo>
                      <a:pt x="596178" y="42333"/>
                      <a:pt x="595611" y="65644"/>
                      <a:pt x="594061" y="88900"/>
                    </a:cubicBezTo>
                    <a:cubicBezTo>
                      <a:pt x="592832" y="107333"/>
                      <a:pt x="590543" y="128047"/>
                      <a:pt x="578186" y="142875"/>
                    </a:cubicBezTo>
                    <a:cubicBezTo>
                      <a:pt x="575311" y="146324"/>
                      <a:pt x="572586" y="150219"/>
                      <a:pt x="568661" y="152400"/>
                    </a:cubicBezTo>
                    <a:cubicBezTo>
                      <a:pt x="559876" y="157281"/>
                      <a:pt x="546714" y="158984"/>
                      <a:pt x="536911" y="161925"/>
                    </a:cubicBezTo>
                    <a:cubicBezTo>
                      <a:pt x="530500" y="163848"/>
                      <a:pt x="524211" y="166158"/>
                      <a:pt x="517861" y="168275"/>
                    </a:cubicBezTo>
                    <a:lnTo>
                      <a:pt x="508336" y="171450"/>
                    </a:lnTo>
                    <a:cubicBezTo>
                      <a:pt x="505161" y="172508"/>
                      <a:pt x="501596" y="172769"/>
                      <a:pt x="498811" y="174625"/>
                    </a:cubicBezTo>
                    <a:cubicBezTo>
                      <a:pt x="495636" y="176742"/>
                      <a:pt x="492773" y="179425"/>
                      <a:pt x="489286" y="180975"/>
                    </a:cubicBezTo>
                    <a:lnTo>
                      <a:pt x="460711" y="190500"/>
                    </a:lnTo>
                    <a:cubicBezTo>
                      <a:pt x="446034" y="195392"/>
                      <a:pt x="431648" y="200636"/>
                      <a:pt x="416261" y="203200"/>
                    </a:cubicBezTo>
                    <a:cubicBezTo>
                      <a:pt x="390609" y="207475"/>
                      <a:pt x="403318" y="204339"/>
                      <a:pt x="378161" y="212725"/>
                    </a:cubicBezTo>
                    <a:cubicBezTo>
                      <a:pt x="374986" y="213783"/>
                      <a:pt x="371421" y="214044"/>
                      <a:pt x="368636" y="215900"/>
                    </a:cubicBezTo>
                    <a:lnTo>
                      <a:pt x="349586" y="228600"/>
                    </a:lnTo>
                    <a:lnTo>
                      <a:pt x="330536" y="257175"/>
                    </a:lnTo>
                    <a:cubicBezTo>
                      <a:pt x="328419" y="260350"/>
                      <a:pt x="325393" y="263080"/>
                      <a:pt x="324186" y="266700"/>
                    </a:cubicBezTo>
                    <a:cubicBezTo>
                      <a:pt x="322069" y="273050"/>
                      <a:pt x="321549" y="280181"/>
                      <a:pt x="317836" y="285750"/>
                    </a:cubicBezTo>
                    <a:cubicBezTo>
                      <a:pt x="313603" y="292100"/>
                      <a:pt x="307549" y="297560"/>
                      <a:pt x="305136" y="304800"/>
                    </a:cubicBezTo>
                    <a:cubicBezTo>
                      <a:pt x="304078" y="307975"/>
                      <a:pt x="304052" y="311712"/>
                      <a:pt x="301961" y="314325"/>
                    </a:cubicBezTo>
                    <a:cubicBezTo>
                      <a:pt x="299577" y="317305"/>
                      <a:pt x="295367" y="318232"/>
                      <a:pt x="292436" y="320675"/>
                    </a:cubicBezTo>
                    <a:cubicBezTo>
                      <a:pt x="288987" y="323550"/>
                      <a:pt x="286647" y="327709"/>
                      <a:pt x="282911" y="330200"/>
                    </a:cubicBezTo>
                    <a:cubicBezTo>
                      <a:pt x="276866" y="334230"/>
                      <a:pt x="253043" y="336281"/>
                      <a:pt x="251161" y="336550"/>
                    </a:cubicBezTo>
                    <a:cubicBezTo>
                      <a:pt x="236344" y="334433"/>
                      <a:pt x="219164" y="338502"/>
                      <a:pt x="206711" y="330200"/>
                    </a:cubicBezTo>
                    <a:cubicBezTo>
                      <a:pt x="195425" y="322676"/>
                      <a:pt x="201419" y="330200"/>
                      <a:pt x="200361" y="330200"/>
                    </a:cubicBezTo>
                    <a:close/>
                  </a:path>
                </a:pathLst>
              </a:custGeom>
              <a:solidFill>
                <a:srgbClr val="F5E7F4"/>
              </a:solidFill>
              <a:ln>
                <a:solidFill>
                  <a:srgbClr val="D191B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2794375F-E9B1-2CC9-2DDF-61CB382143C2}"/>
                  </a:ext>
                </a:extLst>
              </p:cNvPr>
              <p:cNvSpPr/>
              <p:nvPr/>
            </p:nvSpPr>
            <p:spPr>
              <a:xfrm>
                <a:off x="8953500" y="2924175"/>
                <a:ext cx="82550" cy="120650"/>
              </a:xfrm>
              <a:custGeom>
                <a:avLst/>
                <a:gdLst>
                  <a:gd name="csX0" fmla="*/ 69850 w 82550"/>
                  <a:gd name="csY0" fmla="*/ 0 h 120650"/>
                  <a:gd name="csX1" fmla="*/ 69850 w 82550"/>
                  <a:gd name="csY1" fmla="*/ 0 h 120650"/>
                  <a:gd name="csX2" fmla="*/ 31750 w 82550"/>
                  <a:gd name="csY2" fmla="*/ 3175 h 120650"/>
                  <a:gd name="csX3" fmla="*/ 22225 w 82550"/>
                  <a:gd name="csY3" fmla="*/ 6350 h 120650"/>
                  <a:gd name="csX4" fmla="*/ 15875 w 82550"/>
                  <a:gd name="csY4" fmla="*/ 25400 h 120650"/>
                  <a:gd name="csX5" fmla="*/ 9525 w 82550"/>
                  <a:gd name="csY5" fmla="*/ 44450 h 120650"/>
                  <a:gd name="csX6" fmla="*/ 6350 w 82550"/>
                  <a:gd name="csY6" fmla="*/ 53975 h 120650"/>
                  <a:gd name="csX7" fmla="*/ 0 w 82550"/>
                  <a:gd name="csY7" fmla="*/ 76200 h 120650"/>
                  <a:gd name="csX8" fmla="*/ 9525 w 82550"/>
                  <a:gd name="csY8" fmla="*/ 117475 h 120650"/>
                  <a:gd name="csX9" fmla="*/ 19050 w 82550"/>
                  <a:gd name="csY9" fmla="*/ 120650 h 120650"/>
                  <a:gd name="csX10" fmla="*/ 38100 w 82550"/>
                  <a:gd name="csY10" fmla="*/ 117475 h 120650"/>
                  <a:gd name="csX11" fmla="*/ 57150 w 82550"/>
                  <a:gd name="csY11" fmla="*/ 111125 h 120650"/>
                  <a:gd name="csX12" fmla="*/ 69850 w 82550"/>
                  <a:gd name="csY12" fmla="*/ 92075 h 120650"/>
                  <a:gd name="csX13" fmla="*/ 76200 w 82550"/>
                  <a:gd name="csY13" fmla="*/ 82550 h 120650"/>
                  <a:gd name="csX14" fmla="*/ 82550 w 82550"/>
                  <a:gd name="csY14" fmla="*/ 63500 h 120650"/>
                  <a:gd name="csX15" fmla="*/ 76200 w 82550"/>
                  <a:gd name="csY15" fmla="*/ 15875 h 120650"/>
                  <a:gd name="csX16" fmla="*/ 69850 w 82550"/>
                  <a:gd name="csY16" fmla="*/ 6350 h 120650"/>
                  <a:gd name="csX17" fmla="*/ 69850 w 82550"/>
                  <a:gd name="csY17" fmla="*/ 0 h 1206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82550" h="120650">
                    <a:moveTo>
                      <a:pt x="69850" y="0"/>
                    </a:moveTo>
                    <a:lnTo>
                      <a:pt x="69850" y="0"/>
                    </a:lnTo>
                    <a:cubicBezTo>
                      <a:pt x="57150" y="1058"/>
                      <a:pt x="44382" y="1491"/>
                      <a:pt x="31750" y="3175"/>
                    </a:cubicBezTo>
                    <a:cubicBezTo>
                      <a:pt x="28433" y="3617"/>
                      <a:pt x="24170" y="3627"/>
                      <a:pt x="22225" y="6350"/>
                    </a:cubicBezTo>
                    <a:cubicBezTo>
                      <a:pt x="18334" y="11797"/>
                      <a:pt x="17992" y="19050"/>
                      <a:pt x="15875" y="25400"/>
                    </a:cubicBezTo>
                    <a:lnTo>
                      <a:pt x="9525" y="44450"/>
                    </a:lnTo>
                    <a:cubicBezTo>
                      <a:pt x="8467" y="47625"/>
                      <a:pt x="7162" y="50728"/>
                      <a:pt x="6350" y="53975"/>
                    </a:cubicBezTo>
                    <a:cubicBezTo>
                      <a:pt x="2363" y="69922"/>
                      <a:pt x="4555" y="62535"/>
                      <a:pt x="0" y="76200"/>
                    </a:cubicBezTo>
                    <a:cubicBezTo>
                      <a:pt x="957" y="85767"/>
                      <a:pt x="-1793" y="108421"/>
                      <a:pt x="9525" y="117475"/>
                    </a:cubicBezTo>
                    <a:cubicBezTo>
                      <a:pt x="12138" y="119566"/>
                      <a:pt x="15875" y="119592"/>
                      <a:pt x="19050" y="120650"/>
                    </a:cubicBezTo>
                    <a:cubicBezTo>
                      <a:pt x="25400" y="119592"/>
                      <a:pt x="31855" y="119036"/>
                      <a:pt x="38100" y="117475"/>
                    </a:cubicBezTo>
                    <a:cubicBezTo>
                      <a:pt x="44594" y="115852"/>
                      <a:pt x="57150" y="111125"/>
                      <a:pt x="57150" y="111125"/>
                    </a:cubicBezTo>
                    <a:lnTo>
                      <a:pt x="69850" y="92075"/>
                    </a:lnTo>
                    <a:cubicBezTo>
                      <a:pt x="71967" y="88900"/>
                      <a:pt x="74993" y="86170"/>
                      <a:pt x="76200" y="82550"/>
                    </a:cubicBezTo>
                    <a:lnTo>
                      <a:pt x="82550" y="63500"/>
                    </a:lnTo>
                    <a:cubicBezTo>
                      <a:pt x="81841" y="54988"/>
                      <a:pt x="82685" y="28844"/>
                      <a:pt x="76200" y="15875"/>
                    </a:cubicBezTo>
                    <a:cubicBezTo>
                      <a:pt x="74493" y="12462"/>
                      <a:pt x="72830" y="8734"/>
                      <a:pt x="69850" y="6350"/>
                    </a:cubicBezTo>
                    <a:cubicBezTo>
                      <a:pt x="59321" y="-2073"/>
                      <a:pt x="69850" y="1058"/>
                      <a:pt x="69850" y="0"/>
                    </a:cubicBezTo>
                    <a:close/>
                  </a:path>
                </a:pathLst>
              </a:custGeom>
              <a:solidFill>
                <a:srgbClr val="F5E7F4"/>
              </a:solidFill>
              <a:ln>
                <a:solidFill>
                  <a:srgbClr val="D191B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FA3566CE-8256-F20C-64C0-F3C8B2FF0326}"/>
                  </a:ext>
                </a:extLst>
              </p:cNvPr>
              <p:cNvSpPr/>
              <p:nvPr/>
            </p:nvSpPr>
            <p:spPr>
              <a:xfrm>
                <a:off x="8921702" y="2714625"/>
                <a:ext cx="390669" cy="209550"/>
              </a:xfrm>
              <a:custGeom>
                <a:avLst/>
                <a:gdLst>
                  <a:gd name="csX0" fmla="*/ 152448 w 390669"/>
                  <a:gd name="csY0" fmla="*/ 3175 h 209550"/>
                  <a:gd name="csX1" fmla="*/ 152448 w 390669"/>
                  <a:gd name="csY1" fmla="*/ 3175 h 209550"/>
                  <a:gd name="csX2" fmla="*/ 107998 w 390669"/>
                  <a:gd name="csY2" fmla="*/ 25400 h 209550"/>
                  <a:gd name="csX3" fmla="*/ 88948 w 390669"/>
                  <a:gd name="csY3" fmla="*/ 34925 h 209550"/>
                  <a:gd name="csX4" fmla="*/ 31798 w 390669"/>
                  <a:gd name="csY4" fmla="*/ 38100 h 209550"/>
                  <a:gd name="csX5" fmla="*/ 6398 w 390669"/>
                  <a:gd name="csY5" fmla="*/ 41275 h 209550"/>
                  <a:gd name="csX6" fmla="*/ 48 w 390669"/>
                  <a:gd name="csY6" fmla="*/ 50800 h 209550"/>
                  <a:gd name="csX7" fmla="*/ 9573 w 390669"/>
                  <a:gd name="csY7" fmla="*/ 69850 h 209550"/>
                  <a:gd name="csX8" fmla="*/ 19098 w 390669"/>
                  <a:gd name="csY8" fmla="*/ 76200 h 209550"/>
                  <a:gd name="csX9" fmla="*/ 38148 w 390669"/>
                  <a:gd name="csY9" fmla="*/ 82550 h 209550"/>
                  <a:gd name="csX10" fmla="*/ 47673 w 390669"/>
                  <a:gd name="csY10" fmla="*/ 85725 h 209550"/>
                  <a:gd name="csX11" fmla="*/ 57198 w 390669"/>
                  <a:gd name="csY11" fmla="*/ 88900 h 209550"/>
                  <a:gd name="csX12" fmla="*/ 66723 w 390669"/>
                  <a:gd name="csY12" fmla="*/ 95250 h 209550"/>
                  <a:gd name="csX13" fmla="*/ 95298 w 390669"/>
                  <a:gd name="csY13" fmla="*/ 107950 h 209550"/>
                  <a:gd name="csX14" fmla="*/ 101648 w 390669"/>
                  <a:gd name="csY14" fmla="*/ 120650 h 209550"/>
                  <a:gd name="csX15" fmla="*/ 120698 w 390669"/>
                  <a:gd name="csY15" fmla="*/ 149225 h 209550"/>
                  <a:gd name="csX16" fmla="*/ 127048 w 390669"/>
                  <a:gd name="csY16" fmla="*/ 158750 h 209550"/>
                  <a:gd name="csX17" fmla="*/ 133398 w 390669"/>
                  <a:gd name="csY17" fmla="*/ 168275 h 209550"/>
                  <a:gd name="csX18" fmla="*/ 161973 w 390669"/>
                  <a:gd name="csY18" fmla="*/ 180975 h 209550"/>
                  <a:gd name="csX19" fmla="*/ 171498 w 390669"/>
                  <a:gd name="csY19" fmla="*/ 184150 h 209550"/>
                  <a:gd name="csX20" fmla="*/ 269923 w 390669"/>
                  <a:gd name="csY20" fmla="*/ 187325 h 209550"/>
                  <a:gd name="csX21" fmla="*/ 336598 w 390669"/>
                  <a:gd name="csY21" fmla="*/ 200025 h 209550"/>
                  <a:gd name="csX22" fmla="*/ 346123 w 390669"/>
                  <a:gd name="csY22" fmla="*/ 203200 h 209550"/>
                  <a:gd name="csX23" fmla="*/ 371523 w 390669"/>
                  <a:gd name="csY23" fmla="*/ 209550 h 209550"/>
                  <a:gd name="csX24" fmla="*/ 390573 w 390669"/>
                  <a:gd name="csY24" fmla="*/ 200025 h 209550"/>
                  <a:gd name="csX25" fmla="*/ 381048 w 390669"/>
                  <a:gd name="csY25" fmla="*/ 158750 h 209550"/>
                  <a:gd name="csX26" fmla="*/ 371523 w 390669"/>
                  <a:gd name="csY26" fmla="*/ 149225 h 209550"/>
                  <a:gd name="csX27" fmla="*/ 365173 w 390669"/>
                  <a:gd name="csY27" fmla="*/ 139700 h 209550"/>
                  <a:gd name="csX28" fmla="*/ 346123 w 390669"/>
                  <a:gd name="csY28" fmla="*/ 127000 h 209550"/>
                  <a:gd name="csX29" fmla="*/ 327073 w 390669"/>
                  <a:gd name="csY29" fmla="*/ 120650 h 209550"/>
                  <a:gd name="csX30" fmla="*/ 308023 w 390669"/>
                  <a:gd name="csY30" fmla="*/ 111125 h 209550"/>
                  <a:gd name="csX31" fmla="*/ 298498 w 390669"/>
                  <a:gd name="csY31" fmla="*/ 104775 h 209550"/>
                  <a:gd name="csX32" fmla="*/ 288973 w 390669"/>
                  <a:gd name="csY32" fmla="*/ 101600 h 209550"/>
                  <a:gd name="csX33" fmla="*/ 260398 w 390669"/>
                  <a:gd name="csY33" fmla="*/ 82550 h 209550"/>
                  <a:gd name="csX34" fmla="*/ 250873 w 390669"/>
                  <a:gd name="csY34" fmla="*/ 76200 h 209550"/>
                  <a:gd name="csX35" fmla="*/ 234998 w 390669"/>
                  <a:gd name="csY35" fmla="*/ 47625 h 209550"/>
                  <a:gd name="csX36" fmla="*/ 228648 w 390669"/>
                  <a:gd name="csY36" fmla="*/ 38100 h 209550"/>
                  <a:gd name="csX37" fmla="*/ 219123 w 390669"/>
                  <a:gd name="csY37" fmla="*/ 34925 h 209550"/>
                  <a:gd name="csX38" fmla="*/ 200073 w 390669"/>
                  <a:gd name="csY38" fmla="*/ 25400 h 209550"/>
                  <a:gd name="csX39" fmla="*/ 184198 w 390669"/>
                  <a:gd name="csY39" fmla="*/ 12700 h 209550"/>
                  <a:gd name="csX40" fmla="*/ 174673 w 390669"/>
                  <a:gd name="csY40" fmla="*/ 6350 h 209550"/>
                  <a:gd name="csX41" fmla="*/ 155623 w 390669"/>
                  <a:gd name="csY41" fmla="*/ 0 h 209550"/>
                  <a:gd name="csX42" fmla="*/ 152448 w 390669"/>
                  <a:gd name="csY42" fmla="*/ 3175 h 209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</a:cxnLst>
                <a:rect l="l" t="t" r="r" b="b"/>
                <a:pathLst>
                  <a:path w="390669" h="209550">
                    <a:moveTo>
                      <a:pt x="152448" y="3175"/>
                    </a:moveTo>
                    <a:lnTo>
                      <a:pt x="152448" y="3175"/>
                    </a:lnTo>
                    <a:cubicBezTo>
                      <a:pt x="137631" y="10583"/>
                      <a:pt x="122638" y="17649"/>
                      <a:pt x="107998" y="25400"/>
                    </a:cubicBezTo>
                    <a:cubicBezTo>
                      <a:pt x="100016" y="29626"/>
                      <a:pt x="98297" y="34035"/>
                      <a:pt x="88948" y="34925"/>
                    </a:cubicBezTo>
                    <a:cubicBezTo>
                      <a:pt x="69955" y="36734"/>
                      <a:pt x="50848" y="37042"/>
                      <a:pt x="31798" y="38100"/>
                    </a:cubicBezTo>
                    <a:cubicBezTo>
                      <a:pt x="23331" y="39158"/>
                      <a:pt x="14320" y="38106"/>
                      <a:pt x="6398" y="41275"/>
                    </a:cubicBezTo>
                    <a:cubicBezTo>
                      <a:pt x="2855" y="42692"/>
                      <a:pt x="675" y="47036"/>
                      <a:pt x="48" y="50800"/>
                    </a:cubicBezTo>
                    <a:cubicBezTo>
                      <a:pt x="-690" y="55227"/>
                      <a:pt x="7204" y="67481"/>
                      <a:pt x="9573" y="69850"/>
                    </a:cubicBezTo>
                    <a:cubicBezTo>
                      <a:pt x="12271" y="72548"/>
                      <a:pt x="15611" y="74650"/>
                      <a:pt x="19098" y="76200"/>
                    </a:cubicBezTo>
                    <a:cubicBezTo>
                      <a:pt x="25215" y="78918"/>
                      <a:pt x="31798" y="80433"/>
                      <a:pt x="38148" y="82550"/>
                    </a:cubicBezTo>
                    <a:lnTo>
                      <a:pt x="47673" y="85725"/>
                    </a:lnTo>
                    <a:cubicBezTo>
                      <a:pt x="50848" y="86783"/>
                      <a:pt x="54413" y="87044"/>
                      <a:pt x="57198" y="88900"/>
                    </a:cubicBezTo>
                    <a:cubicBezTo>
                      <a:pt x="60373" y="91017"/>
                      <a:pt x="63236" y="93700"/>
                      <a:pt x="66723" y="95250"/>
                    </a:cubicBezTo>
                    <a:cubicBezTo>
                      <a:pt x="100728" y="110363"/>
                      <a:pt x="73742" y="93579"/>
                      <a:pt x="95298" y="107950"/>
                    </a:cubicBezTo>
                    <a:cubicBezTo>
                      <a:pt x="97415" y="112183"/>
                      <a:pt x="99213" y="116591"/>
                      <a:pt x="101648" y="120650"/>
                    </a:cubicBezTo>
                    <a:cubicBezTo>
                      <a:pt x="107538" y="130466"/>
                      <a:pt x="114348" y="139700"/>
                      <a:pt x="120698" y="149225"/>
                    </a:cubicBezTo>
                    <a:lnTo>
                      <a:pt x="127048" y="158750"/>
                    </a:lnTo>
                    <a:cubicBezTo>
                      <a:pt x="129165" y="161925"/>
                      <a:pt x="130223" y="166158"/>
                      <a:pt x="133398" y="168275"/>
                    </a:cubicBezTo>
                    <a:cubicBezTo>
                      <a:pt x="148492" y="178338"/>
                      <a:pt x="139303" y="173418"/>
                      <a:pt x="161973" y="180975"/>
                    </a:cubicBezTo>
                    <a:cubicBezTo>
                      <a:pt x="165148" y="182033"/>
                      <a:pt x="168153" y="184042"/>
                      <a:pt x="171498" y="184150"/>
                    </a:cubicBezTo>
                    <a:lnTo>
                      <a:pt x="269923" y="187325"/>
                    </a:lnTo>
                    <a:cubicBezTo>
                      <a:pt x="292042" y="190485"/>
                      <a:pt x="315305" y="192927"/>
                      <a:pt x="336598" y="200025"/>
                    </a:cubicBezTo>
                    <a:cubicBezTo>
                      <a:pt x="339773" y="201083"/>
                      <a:pt x="342894" y="202319"/>
                      <a:pt x="346123" y="203200"/>
                    </a:cubicBezTo>
                    <a:cubicBezTo>
                      <a:pt x="354543" y="205496"/>
                      <a:pt x="371523" y="209550"/>
                      <a:pt x="371523" y="209550"/>
                    </a:cubicBezTo>
                    <a:cubicBezTo>
                      <a:pt x="374735" y="208479"/>
                      <a:pt x="389588" y="204456"/>
                      <a:pt x="390573" y="200025"/>
                    </a:cubicBezTo>
                    <a:cubicBezTo>
                      <a:pt x="391526" y="195739"/>
                      <a:pt x="385226" y="162928"/>
                      <a:pt x="381048" y="158750"/>
                    </a:cubicBezTo>
                    <a:cubicBezTo>
                      <a:pt x="377873" y="155575"/>
                      <a:pt x="374398" y="152674"/>
                      <a:pt x="371523" y="149225"/>
                    </a:cubicBezTo>
                    <a:cubicBezTo>
                      <a:pt x="369080" y="146294"/>
                      <a:pt x="368045" y="142213"/>
                      <a:pt x="365173" y="139700"/>
                    </a:cubicBezTo>
                    <a:cubicBezTo>
                      <a:pt x="359430" y="134674"/>
                      <a:pt x="353363" y="129413"/>
                      <a:pt x="346123" y="127000"/>
                    </a:cubicBezTo>
                    <a:cubicBezTo>
                      <a:pt x="339773" y="124883"/>
                      <a:pt x="332642" y="124363"/>
                      <a:pt x="327073" y="120650"/>
                    </a:cubicBezTo>
                    <a:cubicBezTo>
                      <a:pt x="299776" y="102452"/>
                      <a:pt x="334313" y="124270"/>
                      <a:pt x="308023" y="111125"/>
                    </a:cubicBezTo>
                    <a:cubicBezTo>
                      <a:pt x="304610" y="109418"/>
                      <a:pt x="301911" y="106482"/>
                      <a:pt x="298498" y="104775"/>
                    </a:cubicBezTo>
                    <a:cubicBezTo>
                      <a:pt x="295505" y="103278"/>
                      <a:pt x="291899" y="103225"/>
                      <a:pt x="288973" y="101600"/>
                    </a:cubicBezTo>
                    <a:lnTo>
                      <a:pt x="260398" y="82550"/>
                    </a:lnTo>
                    <a:lnTo>
                      <a:pt x="250873" y="76200"/>
                    </a:lnTo>
                    <a:cubicBezTo>
                      <a:pt x="245285" y="59435"/>
                      <a:pt x="249554" y="69460"/>
                      <a:pt x="234998" y="47625"/>
                    </a:cubicBezTo>
                    <a:cubicBezTo>
                      <a:pt x="232881" y="44450"/>
                      <a:pt x="232268" y="39307"/>
                      <a:pt x="228648" y="38100"/>
                    </a:cubicBezTo>
                    <a:cubicBezTo>
                      <a:pt x="225473" y="37042"/>
                      <a:pt x="222116" y="36422"/>
                      <a:pt x="219123" y="34925"/>
                    </a:cubicBezTo>
                    <a:cubicBezTo>
                      <a:pt x="194504" y="22615"/>
                      <a:pt x="224014" y="33380"/>
                      <a:pt x="200073" y="25400"/>
                    </a:cubicBezTo>
                    <a:cubicBezTo>
                      <a:pt x="189369" y="9343"/>
                      <a:pt x="199534" y="20368"/>
                      <a:pt x="184198" y="12700"/>
                    </a:cubicBezTo>
                    <a:cubicBezTo>
                      <a:pt x="180785" y="10993"/>
                      <a:pt x="178160" y="7900"/>
                      <a:pt x="174673" y="6350"/>
                    </a:cubicBezTo>
                    <a:cubicBezTo>
                      <a:pt x="168556" y="3632"/>
                      <a:pt x="155623" y="0"/>
                      <a:pt x="155623" y="0"/>
                    </a:cubicBezTo>
                    <a:lnTo>
                      <a:pt x="152448" y="3175"/>
                    </a:lnTo>
                    <a:close/>
                  </a:path>
                </a:pathLst>
              </a:custGeom>
              <a:solidFill>
                <a:srgbClr val="E4DCE0"/>
              </a:solidFill>
              <a:ln>
                <a:solidFill>
                  <a:srgbClr val="C3B1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E0057E75-FCD8-1FBC-7B06-446AE741831A}"/>
                  </a:ext>
                </a:extLst>
              </p:cNvPr>
              <p:cNvSpPr/>
              <p:nvPr/>
            </p:nvSpPr>
            <p:spPr>
              <a:xfrm>
                <a:off x="9067800" y="2930525"/>
                <a:ext cx="428625" cy="95250"/>
              </a:xfrm>
              <a:custGeom>
                <a:avLst/>
                <a:gdLst>
                  <a:gd name="csX0" fmla="*/ 15875 w 428625"/>
                  <a:gd name="csY0" fmla="*/ 95250 h 95250"/>
                  <a:gd name="csX1" fmla="*/ 15875 w 428625"/>
                  <a:gd name="csY1" fmla="*/ 95250 h 95250"/>
                  <a:gd name="csX2" fmla="*/ 53975 w 428625"/>
                  <a:gd name="csY2" fmla="*/ 92075 h 95250"/>
                  <a:gd name="csX3" fmla="*/ 165100 w 428625"/>
                  <a:gd name="csY3" fmla="*/ 85725 h 95250"/>
                  <a:gd name="csX4" fmla="*/ 203200 w 428625"/>
                  <a:gd name="csY4" fmla="*/ 73025 h 95250"/>
                  <a:gd name="csX5" fmla="*/ 212725 w 428625"/>
                  <a:gd name="csY5" fmla="*/ 69850 h 95250"/>
                  <a:gd name="csX6" fmla="*/ 222250 w 428625"/>
                  <a:gd name="csY6" fmla="*/ 66675 h 95250"/>
                  <a:gd name="csX7" fmla="*/ 311150 w 428625"/>
                  <a:gd name="csY7" fmla="*/ 60325 h 95250"/>
                  <a:gd name="csX8" fmla="*/ 327025 w 428625"/>
                  <a:gd name="csY8" fmla="*/ 57150 h 95250"/>
                  <a:gd name="csX9" fmla="*/ 346075 w 428625"/>
                  <a:gd name="csY9" fmla="*/ 53975 h 95250"/>
                  <a:gd name="csX10" fmla="*/ 400050 w 428625"/>
                  <a:gd name="csY10" fmla="*/ 47625 h 95250"/>
                  <a:gd name="csX11" fmla="*/ 428625 w 428625"/>
                  <a:gd name="csY11" fmla="*/ 44450 h 95250"/>
                  <a:gd name="csX12" fmla="*/ 415925 w 428625"/>
                  <a:gd name="csY12" fmla="*/ 15875 h 95250"/>
                  <a:gd name="csX13" fmla="*/ 403225 w 428625"/>
                  <a:gd name="csY13" fmla="*/ 12700 h 95250"/>
                  <a:gd name="csX14" fmla="*/ 384175 w 428625"/>
                  <a:gd name="csY14" fmla="*/ 6350 h 95250"/>
                  <a:gd name="csX15" fmla="*/ 358775 w 428625"/>
                  <a:gd name="csY15" fmla="*/ 0 h 95250"/>
                  <a:gd name="csX16" fmla="*/ 292100 w 428625"/>
                  <a:gd name="csY16" fmla="*/ 3175 h 95250"/>
                  <a:gd name="csX17" fmla="*/ 273050 w 428625"/>
                  <a:gd name="csY17" fmla="*/ 9525 h 95250"/>
                  <a:gd name="csX18" fmla="*/ 263525 w 428625"/>
                  <a:gd name="csY18" fmla="*/ 12700 h 95250"/>
                  <a:gd name="csX19" fmla="*/ 254000 w 428625"/>
                  <a:gd name="csY19" fmla="*/ 15875 h 95250"/>
                  <a:gd name="csX20" fmla="*/ 244475 w 428625"/>
                  <a:gd name="csY20" fmla="*/ 22225 h 95250"/>
                  <a:gd name="csX21" fmla="*/ 212725 w 428625"/>
                  <a:gd name="csY21" fmla="*/ 31750 h 95250"/>
                  <a:gd name="csX22" fmla="*/ 165100 w 428625"/>
                  <a:gd name="csY22" fmla="*/ 25400 h 95250"/>
                  <a:gd name="csX23" fmla="*/ 139700 w 428625"/>
                  <a:gd name="csY23" fmla="*/ 19050 h 95250"/>
                  <a:gd name="csX24" fmla="*/ 123825 w 428625"/>
                  <a:gd name="csY24" fmla="*/ 15875 h 95250"/>
                  <a:gd name="csX25" fmla="*/ 111125 w 428625"/>
                  <a:gd name="csY25" fmla="*/ 12700 h 95250"/>
                  <a:gd name="csX26" fmla="*/ 60325 w 428625"/>
                  <a:gd name="csY26" fmla="*/ 3175 h 95250"/>
                  <a:gd name="csX27" fmla="*/ 19050 w 428625"/>
                  <a:gd name="csY27" fmla="*/ 6350 h 95250"/>
                  <a:gd name="csX28" fmla="*/ 12700 w 428625"/>
                  <a:gd name="csY28" fmla="*/ 15875 h 95250"/>
                  <a:gd name="csX29" fmla="*/ 6350 w 428625"/>
                  <a:gd name="csY29" fmla="*/ 38100 h 95250"/>
                  <a:gd name="csX30" fmla="*/ 0 w 428625"/>
                  <a:gd name="csY30" fmla="*/ 47625 h 95250"/>
                  <a:gd name="csX31" fmla="*/ 3175 w 428625"/>
                  <a:gd name="csY31" fmla="*/ 73025 h 95250"/>
                  <a:gd name="csX32" fmla="*/ 6350 w 428625"/>
                  <a:gd name="csY32" fmla="*/ 82550 h 95250"/>
                  <a:gd name="csX33" fmla="*/ 15875 w 428625"/>
                  <a:gd name="csY33" fmla="*/ 88900 h 95250"/>
                  <a:gd name="csX34" fmla="*/ 15875 w 428625"/>
                  <a:gd name="csY34" fmla="*/ 95250 h 952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</a:cxnLst>
                <a:rect l="l" t="t" r="r" b="b"/>
                <a:pathLst>
                  <a:path w="428625" h="95250">
                    <a:moveTo>
                      <a:pt x="15875" y="95250"/>
                    </a:moveTo>
                    <a:lnTo>
                      <a:pt x="15875" y="95250"/>
                    </a:lnTo>
                    <a:cubicBezTo>
                      <a:pt x="28575" y="94192"/>
                      <a:pt x="41248" y="92728"/>
                      <a:pt x="53975" y="92075"/>
                    </a:cubicBezTo>
                    <a:cubicBezTo>
                      <a:pt x="166440" y="86308"/>
                      <a:pt x="105892" y="93126"/>
                      <a:pt x="165100" y="85725"/>
                    </a:cubicBezTo>
                    <a:lnTo>
                      <a:pt x="203200" y="73025"/>
                    </a:lnTo>
                    <a:lnTo>
                      <a:pt x="212725" y="69850"/>
                    </a:lnTo>
                    <a:cubicBezTo>
                      <a:pt x="215900" y="68792"/>
                      <a:pt x="218908" y="66861"/>
                      <a:pt x="222250" y="66675"/>
                    </a:cubicBezTo>
                    <a:cubicBezTo>
                      <a:pt x="251016" y="65077"/>
                      <a:pt x="282159" y="64191"/>
                      <a:pt x="311150" y="60325"/>
                    </a:cubicBezTo>
                    <a:cubicBezTo>
                      <a:pt x="316499" y="59612"/>
                      <a:pt x="321716" y="58115"/>
                      <a:pt x="327025" y="57150"/>
                    </a:cubicBezTo>
                    <a:cubicBezTo>
                      <a:pt x="333359" y="55998"/>
                      <a:pt x="339712" y="54954"/>
                      <a:pt x="346075" y="53975"/>
                    </a:cubicBezTo>
                    <a:cubicBezTo>
                      <a:pt x="374408" y="49616"/>
                      <a:pt x="367137" y="51090"/>
                      <a:pt x="400050" y="47625"/>
                    </a:cubicBezTo>
                    <a:lnTo>
                      <a:pt x="428625" y="44450"/>
                    </a:lnTo>
                    <a:cubicBezTo>
                      <a:pt x="427372" y="40692"/>
                      <a:pt x="422394" y="20188"/>
                      <a:pt x="415925" y="15875"/>
                    </a:cubicBezTo>
                    <a:cubicBezTo>
                      <a:pt x="412294" y="13454"/>
                      <a:pt x="407405" y="13954"/>
                      <a:pt x="403225" y="12700"/>
                    </a:cubicBezTo>
                    <a:cubicBezTo>
                      <a:pt x="396814" y="10777"/>
                      <a:pt x="390669" y="7973"/>
                      <a:pt x="384175" y="6350"/>
                    </a:cubicBezTo>
                    <a:lnTo>
                      <a:pt x="358775" y="0"/>
                    </a:lnTo>
                    <a:cubicBezTo>
                      <a:pt x="336550" y="1058"/>
                      <a:pt x="314214" y="718"/>
                      <a:pt x="292100" y="3175"/>
                    </a:cubicBezTo>
                    <a:cubicBezTo>
                      <a:pt x="285447" y="3914"/>
                      <a:pt x="279400" y="7408"/>
                      <a:pt x="273050" y="9525"/>
                    </a:cubicBezTo>
                    <a:lnTo>
                      <a:pt x="263525" y="12700"/>
                    </a:lnTo>
                    <a:cubicBezTo>
                      <a:pt x="260350" y="13758"/>
                      <a:pt x="256785" y="14019"/>
                      <a:pt x="254000" y="15875"/>
                    </a:cubicBezTo>
                    <a:cubicBezTo>
                      <a:pt x="250825" y="17992"/>
                      <a:pt x="247962" y="20675"/>
                      <a:pt x="244475" y="22225"/>
                    </a:cubicBezTo>
                    <a:cubicBezTo>
                      <a:pt x="234537" y="26642"/>
                      <a:pt x="223280" y="29111"/>
                      <a:pt x="212725" y="31750"/>
                    </a:cubicBezTo>
                    <a:cubicBezTo>
                      <a:pt x="186844" y="28874"/>
                      <a:pt x="187495" y="29472"/>
                      <a:pt x="165100" y="25400"/>
                    </a:cubicBezTo>
                    <a:cubicBezTo>
                      <a:pt x="122191" y="17598"/>
                      <a:pt x="169075" y="26394"/>
                      <a:pt x="139700" y="19050"/>
                    </a:cubicBezTo>
                    <a:cubicBezTo>
                      <a:pt x="134465" y="17741"/>
                      <a:pt x="129093" y="17046"/>
                      <a:pt x="123825" y="15875"/>
                    </a:cubicBezTo>
                    <a:cubicBezTo>
                      <a:pt x="119565" y="14928"/>
                      <a:pt x="115392" y="13614"/>
                      <a:pt x="111125" y="12700"/>
                    </a:cubicBezTo>
                    <a:cubicBezTo>
                      <a:pt x="84481" y="6991"/>
                      <a:pt x="83210" y="6989"/>
                      <a:pt x="60325" y="3175"/>
                    </a:cubicBezTo>
                    <a:cubicBezTo>
                      <a:pt x="46567" y="4233"/>
                      <a:pt x="32383" y="2795"/>
                      <a:pt x="19050" y="6350"/>
                    </a:cubicBezTo>
                    <a:cubicBezTo>
                      <a:pt x="15363" y="7333"/>
                      <a:pt x="14203" y="12368"/>
                      <a:pt x="12700" y="15875"/>
                    </a:cubicBezTo>
                    <a:cubicBezTo>
                      <a:pt x="6596" y="30117"/>
                      <a:pt x="12529" y="25743"/>
                      <a:pt x="6350" y="38100"/>
                    </a:cubicBezTo>
                    <a:cubicBezTo>
                      <a:pt x="4643" y="41513"/>
                      <a:pt x="2117" y="44450"/>
                      <a:pt x="0" y="47625"/>
                    </a:cubicBezTo>
                    <a:cubicBezTo>
                      <a:pt x="1058" y="56092"/>
                      <a:pt x="1649" y="64630"/>
                      <a:pt x="3175" y="73025"/>
                    </a:cubicBezTo>
                    <a:cubicBezTo>
                      <a:pt x="3774" y="76318"/>
                      <a:pt x="4259" y="79937"/>
                      <a:pt x="6350" y="82550"/>
                    </a:cubicBezTo>
                    <a:cubicBezTo>
                      <a:pt x="8734" y="85530"/>
                      <a:pt x="12822" y="86610"/>
                      <a:pt x="15875" y="88900"/>
                    </a:cubicBezTo>
                    <a:cubicBezTo>
                      <a:pt x="17072" y="89798"/>
                      <a:pt x="15875" y="94192"/>
                      <a:pt x="15875" y="95250"/>
                    </a:cubicBezTo>
                    <a:close/>
                  </a:path>
                </a:pathLst>
              </a:custGeom>
              <a:solidFill>
                <a:srgbClr val="E4DCE0"/>
              </a:solidFill>
              <a:ln>
                <a:solidFill>
                  <a:srgbClr val="C3B1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C93B5475-B998-FA57-C9C7-5B1B0E048614}"/>
                </a:ext>
              </a:extLst>
            </p:cNvPr>
            <p:cNvSpPr/>
            <p:nvPr/>
          </p:nvSpPr>
          <p:spPr>
            <a:xfrm>
              <a:off x="7699520" y="2911130"/>
              <a:ext cx="139375" cy="76192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softEdge rad="190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 descr="Marker with solid fill">
              <a:extLst>
                <a:ext uri="{FF2B5EF4-FFF2-40B4-BE49-F238E27FC236}">
                  <a16:creationId xmlns:a16="http://schemas.microsoft.com/office/drawing/2014/main" id="{03DEBE83-6C3F-5920-F4EA-A8A534D65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16930" y="2511023"/>
              <a:ext cx="504555" cy="504555"/>
            </a:xfrm>
            <a:prstGeom prst="rect">
              <a:avLst/>
            </a:prstGeom>
          </p:spPr>
        </p:pic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617698EF-7046-2D53-B9CF-705E98C9160E}"/>
                </a:ext>
              </a:extLst>
            </p:cNvPr>
            <p:cNvSpPr/>
            <p:nvPr/>
          </p:nvSpPr>
          <p:spPr>
            <a:xfrm>
              <a:off x="9005770" y="2939584"/>
              <a:ext cx="139375" cy="76192"/>
            </a:xfrm>
            <a:prstGeom prst="ellipse">
              <a:avLst/>
            </a:prstGeom>
            <a:solidFill>
              <a:schemeClr val="accent4">
                <a:lumMod val="75000"/>
                <a:alpha val="75000"/>
              </a:schemeClr>
            </a:solidFill>
            <a:ln>
              <a:noFill/>
            </a:ln>
            <a:effectLst>
              <a:softEdge rad="190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5D081D3-AAD2-B8BB-5646-53B80EF69515}"/>
                </a:ext>
              </a:extLst>
            </p:cNvPr>
            <p:cNvGrpSpPr/>
            <p:nvPr/>
          </p:nvGrpSpPr>
          <p:grpSpPr>
            <a:xfrm>
              <a:off x="8823179" y="2543856"/>
              <a:ext cx="504556" cy="504555"/>
              <a:chOff x="8370862" y="3644242"/>
              <a:chExt cx="504556" cy="504555"/>
            </a:xfrm>
          </p:grpSpPr>
          <p:pic>
            <p:nvPicPr>
              <p:cNvPr id="14" name="Graphic 13" descr="Marker with solid fill">
                <a:extLst>
                  <a:ext uri="{FF2B5EF4-FFF2-40B4-BE49-F238E27FC236}">
                    <a16:creationId xmlns:a16="http://schemas.microsoft.com/office/drawing/2014/main" id="{84349332-21C4-8A0E-5948-6C39793339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8370862" y="3644242"/>
                <a:ext cx="504555" cy="504555"/>
              </a:xfrm>
              <a:prstGeom prst="rect">
                <a:avLst/>
              </a:prstGeom>
            </p:spPr>
          </p:pic>
          <p:pic>
            <p:nvPicPr>
              <p:cNvPr id="15" name="Graphic 14" descr="Marker with solid fill">
                <a:extLst>
                  <a:ext uri="{FF2B5EF4-FFF2-40B4-BE49-F238E27FC236}">
                    <a16:creationId xmlns:a16="http://schemas.microsoft.com/office/drawing/2014/main" id="{47BD39FF-FF62-AE52-40E1-1898DC1E9C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370863" y="3644242"/>
                <a:ext cx="504555" cy="504555"/>
              </a:xfrm>
              <a:prstGeom prst="rect">
                <a:avLst/>
              </a:prstGeom>
            </p:spPr>
          </p:pic>
        </p:grp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D36FE136-E06E-EBFC-8EFE-904A2B1D8CEA}"/>
                </a:ext>
              </a:extLst>
            </p:cNvPr>
            <p:cNvSpPr/>
            <p:nvPr/>
          </p:nvSpPr>
          <p:spPr>
            <a:xfrm>
              <a:off x="8095116" y="3117679"/>
              <a:ext cx="139375" cy="76192"/>
            </a:xfrm>
            <a:prstGeom prst="ellipse">
              <a:avLst/>
            </a:prstGeom>
            <a:solidFill>
              <a:srgbClr val="C00000">
                <a:alpha val="75000"/>
              </a:srgbClr>
            </a:solidFill>
            <a:ln>
              <a:noFill/>
            </a:ln>
            <a:effectLst>
              <a:softEdge rad="190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EBCE956-6EDE-AAFD-3406-10468E38BC63}"/>
                </a:ext>
              </a:extLst>
            </p:cNvPr>
            <p:cNvGrpSpPr/>
            <p:nvPr/>
          </p:nvGrpSpPr>
          <p:grpSpPr>
            <a:xfrm>
              <a:off x="7912526" y="2715997"/>
              <a:ext cx="504555" cy="507513"/>
              <a:chOff x="9380677" y="3298427"/>
              <a:chExt cx="504555" cy="507513"/>
            </a:xfrm>
          </p:grpSpPr>
          <p:pic>
            <p:nvPicPr>
              <p:cNvPr id="16" name="Graphic 15" descr="Marker with solid fill">
                <a:extLst>
                  <a:ext uri="{FF2B5EF4-FFF2-40B4-BE49-F238E27FC236}">
                    <a16:creationId xmlns:a16="http://schemas.microsoft.com/office/drawing/2014/main" id="{F163C488-455E-7EF4-00AA-C629687953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380677" y="3298427"/>
                <a:ext cx="504555" cy="504555"/>
              </a:xfrm>
              <a:prstGeom prst="rect">
                <a:avLst/>
              </a:prstGeom>
            </p:spPr>
          </p:pic>
          <p:pic>
            <p:nvPicPr>
              <p:cNvPr id="17" name="Graphic 16" descr="Marker with solid fill">
                <a:extLst>
                  <a:ext uri="{FF2B5EF4-FFF2-40B4-BE49-F238E27FC236}">
                    <a16:creationId xmlns:a16="http://schemas.microsoft.com/office/drawing/2014/main" id="{CA51AF09-D0B4-4201-9140-C196E34C8E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9380677" y="3301385"/>
                <a:ext cx="504555" cy="504555"/>
              </a:xfrm>
              <a:prstGeom prst="rect">
                <a:avLst/>
              </a:prstGeom>
            </p:spPr>
          </p:pic>
        </p:grp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F72EF292-A977-BF93-878E-04E3D37997C1}"/>
                </a:ext>
              </a:extLst>
            </p:cNvPr>
            <p:cNvSpPr/>
            <p:nvPr/>
          </p:nvSpPr>
          <p:spPr>
            <a:xfrm>
              <a:off x="8678818" y="3025153"/>
              <a:ext cx="139375" cy="7619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softEdge rad="190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 descr="Marker with solid fill">
              <a:extLst>
                <a:ext uri="{FF2B5EF4-FFF2-40B4-BE49-F238E27FC236}">
                  <a16:creationId xmlns:a16="http://schemas.microsoft.com/office/drawing/2014/main" id="{38178C02-C792-8057-8727-A939414E2C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500401" y="2628191"/>
              <a:ext cx="504555" cy="504555"/>
            </a:xfrm>
            <a:prstGeom prst="rect">
              <a:avLst/>
            </a:prstGeom>
          </p:spPr>
        </p:pic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6FAE6949-77BA-2CEB-014C-CE57E5E66CA1}"/>
                </a:ext>
              </a:extLst>
            </p:cNvPr>
            <p:cNvSpPr/>
            <p:nvPr/>
          </p:nvSpPr>
          <p:spPr>
            <a:xfrm>
              <a:off x="8381752" y="2742428"/>
              <a:ext cx="139375" cy="76192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>
              <a:softEdge rad="190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Graphic 10" descr="Marker with solid fill">
              <a:extLst>
                <a:ext uri="{FF2B5EF4-FFF2-40B4-BE49-F238E27FC236}">
                  <a16:creationId xmlns:a16="http://schemas.microsoft.com/office/drawing/2014/main" id="{BB085B6F-4620-B33E-D8A4-3BB75BA1F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199162" y="2351194"/>
              <a:ext cx="504555" cy="504555"/>
            </a:xfrm>
            <a:prstGeom prst="rect">
              <a:avLst/>
            </a:prstGeom>
          </p:spPr>
        </p:pic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570CB983-435C-3702-F24A-313AFC55B254}"/>
              </a:ext>
            </a:extLst>
          </p:cNvPr>
          <p:cNvGrpSpPr/>
          <p:nvPr/>
        </p:nvGrpSpPr>
        <p:grpSpPr>
          <a:xfrm>
            <a:off x="646280" y="516265"/>
            <a:ext cx="4000111" cy="3477238"/>
            <a:chOff x="646280" y="516265"/>
            <a:chExt cx="4000111" cy="3477238"/>
          </a:xfrm>
        </p:grpSpPr>
        <p:sp>
          <p:nvSpPr>
            <p:cNvPr id="126" name="Trapezoid 125">
              <a:extLst>
                <a:ext uri="{FF2B5EF4-FFF2-40B4-BE49-F238E27FC236}">
                  <a16:creationId xmlns:a16="http://schemas.microsoft.com/office/drawing/2014/main" id="{1D3B523E-6DC7-C8D8-BDFD-A23F5175F232}"/>
                </a:ext>
              </a:extLst>
            </p:cNvPr>
            <p:cNvSpPr/>
            <p:nvPr/>
          </p:nvSpPr>
          <p:spPr>
            <a:xfrm rot="10800000" flipV="1">
              <a:off x="2053517" y="3074487"/>
              <a:ext cx="1271650" cy="599655"/>
            </a:xfrm>
            <a:custGeom>
              <a:avLst/>
              <a:gdLst>
                <a:gd name="csX0" fmla="*/ 0 w 1357375"/>
                <a:gd name="csY0" fmla="*/ 668800 h 668800"/>
                <a:gd name="csX1" fmla="*/ 445180 w 1357375"/>
                <a:gd name="csY1" fmla="*/ 0 h 668800"/>
                <a:gd name="csX2" fmla="*/ 912195 w 1357375"/>
                <a:gd name="csY2" fmla="*/ 0 h 668800"/>
                <a:gd name="csX3" fmla="*/ 1357375 w 1357375"/>
                <a:gd name="csY3" fmla="*/ 668800 h 668800"/>
                <a:gd name="csX4" fmla="*/ 0 w 1357375"/>
                <a:gd name="csY4" fmla="*/ 668800 h 668800"/>
                <a:gd name="csX0" fmla="*/ 0 w 1319275"/>
                <a:gd name="csY0" fmla="*/ 668800 h 852950"/>
                <a:gd name="csX1" fmla="*/ 445180 w 1319275"/>
                <a:gd name="csY1" fmla="*/ 0 h 852950"/>
                <a:gd name="csX2" fmla="*/ 912195 w 1319275"/>
                <a:gd name="csY2" fmla="*/ 0 h 852950"/>
                <a:gd name="csX3" fmla="*/ 1319275 w 1319275"/>
                <a:gd name="csY3" fmla="*/ 852950 h 852950"/>
                <a:gd name="csX4" fmla="*/ 0 w 1319275"/>
                <a:gd name="csY4" fmla="*/ 668800 h 852950"/>
                <a:gd name="csX0" fmla="*/ 0 w 1271650"/>
                <a:gd name="csY0" fmla="*/ 846600 h 852950"/>
                <a:gd name="csX1" fmla="*/ 397555 w 1271650"/>
                <a:gd name="csY1" fmla="*/ 0 h 852950"/>
                <a:gd name="csX2" fmla="*/ 864570 w 1271650"/>
                <a:gd name="csY2" fmla="*/ 0 h 852950"/>
                <a:gd name="csX3" fmla="*/ 1271650 w 1271650"/>
                <a:gd name="csY3" fmla="*/ 852950 h 852950"/>
                <a:gd name="csX4" fmla="*/ 0 w 1271650"/>
                <a:gd name="csY4" fmla="*/ 846600 h 852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71650" h="852950">
                  <a:moveTo>
                    <a:pt x="0" y="846600"/>
                  </a:moveTo>
                  <a:lnTo>
                    <a:pt x="397555" y="0"/>
                  </a:lnTo>
                  <a:lnTo>
                    <a:pt x="864570" y="0"/>
                  </a:lnTo>
                  <a:lnTo>
                    <a:pt x="1271650" y="852950"/>
                  </a:lnTo>
                  <a:lnTo>
                    <a:pt x="0" y="846600"/>
                  </a:lnTo>
                  <a:close/>
                </a:path>
              </a:pathLst>
            </a:custGeom>
            <a:gradFill>
              <a:gsLst>
                <a:gs pos="100000">
                  <a:schemeClr val="bg1"/>
                </a:gs>
                <a:gs pos="0">
                  <a:schemeClr val="bg2"/>
                </a:gs>
                <a:gs pos="5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Trapezoid 126">
              <a:extLst>
                <a:ext uri="{FF2B5EF4-FFF2-40B4-BE49-F238E27FC236}">
                  <a16:creationId xmlns:a16="http://schemas.microsoft.com/office/drawing/2014/main" id="{713DAA66-8B46-C83A-2569-73AF2AB2A2A9}"/>
                </a:ext>
              </a:extLst>
            </p:cNvPr>
            <p:cNvSpPr/>
            <p:nvPr/>
          </p:nvSpPr>
          <p:spPr>
            <a:xfrm rot="10800000" flipV="1">
              <a:off x="755134" y="3086331"/>
              <a:ext cx="1393855" cy="632082"/>
            </a:xfrm>
            <a:custGeom>
              <a:avLst/>
              <a:gdLst>
                <a:gd name="csX0" fmla="*/ 0 w 1357375"/>
                <a:gd name="csY0" fmla="*/ 660949 h 660949"/>
                <a:gd name="csX1" fmla="*/ 531482 w 1357375"/>
                <a:gd name="csY1" fmla="*/ 0 h 660949"/>
                <a:gd name="csX2" fmla="*/ 825893 w 1357375"/>
                <a:gd name="csY2" fmla="*/ 0 h 660949"/>
                <a:gd name="csX3" fmla="*/ 1357375 w 1357375"/>
                <a:gd name="csY3" fmla="*/ 660949 h 660949"/>
                <a:gd name="csX4" fmla="*/ 0 w 1357375"/>
                <a:gd name="csY4" fmla="*/ 660949 h 660949"/>
                <a:gd name="csX0" fmla="*/ 0 w 2205100"/>
                <a:gd name="csY0" fmla="*/ 660949 h 660949"/>
                <a:gd name="csX1" fmla="*/ 531482 w 2205100"/>
                <a:gd name="csY1" fmla="*/ 0 h 660949"/>
                <a:gd name="csX2" fmla="*/ 825893 w 2205100"/>
                <a:gd name="csY2" fmla="*/ 0 h 660949"/>
                <a:gd name="csX3" fmla="*/ 2205100 w 2205100"/>
                <a:gd name="csY3" fmla="*/ 584749 h 660949"/>
                <a:gd name="csX4" fmla="*/ 0 w 2205100"/>
                <a:gd name="csY4" fmla="*/ 660949 h 660949"/>
                <a:gd name="csX0" fmla="*/ 706768 w 1673618"/>
                <a:gd name="csY0" fmla="*/ 581574 h 584749"/>
                <a:gd name="csX1" fmla="*/ 0 w 1673618"/>
                <a:gd name="csY1" fmla="*/ 0 h 584749"/>
                <a:gd name="csX2" fmla="*/ 294411 w 1673618"/>
                <a:gd name="csY2" fmla="*/ 0 h 584749"/>
                <a:gd name="csX3" fmla="*/ 1673618 w 1673618"/>
                <a:gd name="csY3" fmla="*/ 584749 h 584749"/>
                <a:gd name="csX4" fmla="*/ 706768 w 1673618"/>
                <a:gd name="csY4" fmla="*/ 581574 h 584749"/>
                <a:gd name="csX0" fmla="*/ 503568 w 1673618"/>
                <a:gd name="csY0" fmla="*/ 895899 h 895899"/>
                <a:gd name="csX1" fmla="*/ 0 w 1673618"/>
                <a:gd name="csY1" fmla="*/ 0 h 895899"/>
                <a:gd name="csX2" fmla="*/ 294411 w 1673618"/>
                <a:gd name="csY2" fmla="*/ 0 h 895899"/>
                <a:gd name="csX3" fmla="*/ 1673618 w 1673618"/>
                <a:gd name="csY3" fmla="*/ 584749 h 895899"/>
                <a:gd name="csX4" fmla="*/ 503568 w 1673618"/>
                <a:gd name="csY4" fmla="*/ 895899 h 895899"/>
                <a:gd name="csX0" fmla="*/ 503568 w 1864118"/>
                <a:gd name="csY0" fmla="*/ 895899 h 899074"/>
                <a:gd name="csX1" fmla="*/ 0 w 1864118"/>
                <a:gd name="csY1" fmla="*/ 0 h 899074"/>
                <a:gd name="csX2" fmla="*/ 294411 w 1864118"/>
                <a:gd name="csY2" fmla="*/ 0 h 899074"/>
                <a:gd name="csX3" fmla="*/ 1864118 w 1864118"/>
                <a:gd name="csY3" fmla="*/ 899074 h 899074"/>
                <a:gd name="csX4" fmla="*/ 503568 w 1864118"/>
                <a:gd name="csY4" fmla="*/ 895899 h 899074"/>
                <a:gd name="csX0" fmla="*/ 503568 w 1393855"/>
                <a:gd name="csY0" fmla="*/ 895899 h 899074"/>
                <a:gd name="csX1" fmla="*/ 0 w 1393855"/>
                <a:gd name="csY1" fmla="*/ 0 h 899074"/>
                <a:gd name="csX2" fmla="*/ 294411 w 1393855"/>
                <a:gd name="csY2" fmla="*/ 0 h 899074"/>
                <a:gd name="csX3" fmla="*/ 1393855 w 1393855"/>
                <a:gd name="csY3" fmla="*/ 899074 h 899074"/>
                <a:gd name="csX4" fmla="*/ 503568 w 1393855"/>
                <a:gd name="csY4" fmla="*/ 895899 h 8990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93855" h="899074">
                  <a:moveTo>
                    <a:pt x="503568" y="895899"/>
                  </a:moveTo>
                  <a:lnTo>
                    <a:pt x="0" y="0"/>
                  </a:lnTo>
                  <a:lnTo>
                    <a:pt x="294411" y="0"/>
                  </a:lnTo>
                  <a:lnTo>
                    <a:pt x="1393855" y="899074"/>
                  </a:lnTo>
                  <a:lnTo>
                    <a:pt x="503568" y="895899"/>
                  </a:lnTo>
                  <a:close/>
                </a:path>
              </a:pathLst>
            </a:custGeom>
            <a:gradFill>
              <a:gsLst>
                <a:gs pos="100000">
                  <a:schemeClr val="bg1"/>
                </a:gs>
                <a:gs pos="0">
                  <a:schemeClr val="bg2"/>
                </a:gs>
                <a:gs pos="5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Trapezoid 127">
              <a:extLst>
                <a:ext uri="{FF2B5EF4-FFF2-40B4-BE49-F238E27FC236}">
                  <a16:creationId xmlns:a16="http://schemas.microsoft.com/office/drawing/2014/main" id="{CBDC0EFC-F893-5D4B-C1E0-6FF1C2B107AB}"/>
                </a:ext>
              </a:extLst>
            </p:cNvPr>
            <p:cNvSpPr/>
            <p:nvPr/>
          </p:nvSpPr>
          <p:spPr>
            <a:xfrm rot="10800000" flipV="1">
              <a:off x="3331657" y="3086330"/>
              <a:ext cx="1301420" cy="769855"/>
            </a:xfrm>
            <a:custGeom>
              <a:avLst/>
              <a:gdLst>
                <a:gd name="csX0" fmla="*/ 0 w 2006095"/>
                <a:gd name="csY0" fmla="*/ 723568 h 723568"/>
                <a:gd name="csX1" fmla="*/ 925219 w 2006095"/>
                <a:gd name="csY1" fmla="*/ 0 h 723568"/>
                <a:gd name="csX2" fmla="*/ 1080876 w 2006095"/>
                <a:gd name="csY2" fmla="*/ 0 h 723568"/>
                <a:gd name="csX3" fmla="*/ 2006095 w 2006095"/>
                <a:gd name="csY3" fmla="*/ 723568 h 723568"/>
                <a:gd name="csX4" fmla="*/ 0 w 2006095"/>
                <a:gd name="csY4" fmla="*/ 723568 h 723568"/>
                <a:gd name="csX0" fmla="*/ 0 w 2006095"/>
                <a:gd name="csY0" fmla="*/ 723568 h 723568"/>
                <a:gd name="csX1" fmla="*/ 925219 w 2006095"/>
                <a:gd name="csY1" fmla="*/ 0 h 723568"/>
                <a:gd name="csX2" fmla="*/ 1395201 w 2006095"/>
                <a:gd name="csY2" fmla="*/ 0 h 723568"/>
                <a:gd name="csX3" fmla="*/ 2006095 w 2006095"/>
                <a:gd name="csY3" fmla="*/ 723568 h 723568"/>
                <a:gd name="csX4" fmla="*/ 0 w 2006095"/>
                <a:gd name="csY4" fmla="*/ 723568 h 723568"/>
                <a:gd name="csX0" fmla="*/ 0 w 2006095"/>
                <a:gd name="csY0" fmla="*/ 723568 h 723568"/>
                <a:gd name="csX1" fmla="*/ 1061744 w 2006095"/>
                <a:gd name="csY1" fmla="*/ 3175 h 723568"/>
                <a:gd name="csX2" fmla="*/ 1395201 w 2006095"/>
                <a:gd name="csY2" fmla="*/ 0 h 723568"/>
                <a:gd name="csX3" fmla="*/ 2006095 w 2006095"/>
                <a:gd name="csY3" fmla="*/ 723568 h 723568"/>
                <a:gd name="csX4" fmla="*/ 0 w 2006095"/>
                <a:gd name="csY4" fmla="*/ 723568 h 723568"/>
                <a:gd name="csX0" fmla="*/ 0 w 2009270"/>
                <a:gd name="csY0" fmla="*/ 504493 h 723568"/>
                <a:gd name="csX1" fmla="*/ 1064919 w 2009270"/>
                <a:gd name="csY1" fmla="*/ 3175 h 723568"/>
                <a:gd name="csX2" fmla="*/ 1398376 w 2009270"/>
                <a:gd name="csY2" fmla="*/ 0 h 723568"/>
                <a:gd name="csX3" fmla="*/ 2009270 w 2009270"/>
                <a:gd name="csY3" fmla="*/ 723568 h 723568"/>
                <a:gd name="csX4" fmla="*/ 0 w 2009270"/>
                <a:gd name="csY4" fmla="*/ 504493 h 723568"/>
                <a:gd name="csX0" fmla="*/ 0 w 1398376"/>
                <a:gd name="csY0" fmla="*/ 504493 h 1095043"/>
                <a:gd name="csX1" fmla="*/ 1064919 w 1398376"/>
                <a:gd name="csY1" fmla="*/ 3175 h 1095043"/>
                <a:gd name="csX2" fmla="*/ 1398376 w 1398376"/>
                <a:gd name="csY2" fmla="*/ 0 h 1095043"/>
                <a:gd name="csX3" fmla="*/ 628145 w 1398376"/>
                <a:gd name="csY3" fmla="*/ 1095043 h 1095043"/>
                <a:gd name="csX4" fmla="*/ 0 w 1398376"/>
                <a:gd name="csY4" fmla="*/ 504493 h 10950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98376" h="1095043">
                  <a:moveTo>
                    <a:pt x="0" y="504493"/>
                  </a:moveTo>
                  <a:lnTo>
                    <a:pt x="1064919" y="3175"/>
                  </a:lnTo>
                  <a:lnTo>
                    <a:pt x="1398376" y="0"/>
                  </a:lnTo>
                  <a:lnTo>
                    <a:pt x="628145" y="1095043"/>
                  </a:lnTo>
                  <a:lnTo>
                    <a:pt x="0" y="504493"/>
                  </a:lnTo>
                  <a:close/>
                </a:path>
              </a:pathLst>
            </a:custGeom>
            <a:gradFill>
              <a:gsLst>
                <a:gs pos="100000">
                  <a:schemeClr val="bg1"/>
                </a:gs>
                <a:gs pos="0">
                  <a:schemeClr val="bg2"/>
                </a:gs>
                <a:gs pos="5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9D62A93D-883B-5859-4534-3046EFE70E97}"/>
                </a:ext>
              </a:extLst>
            </p:cNvPr>
            <p:cNvGrpSpPr/>
            <p:nvPr/>
          </p:nvGrpSpPr>
          <p:grpSpPr>
            <a:xfrm>
              <a:off x="646280" y="3263761"/>
              <a:ext cx="1094590" cy="712583"/>
              <a:chOff x="1063305" y="2815411"/>
              <a:chExt cx="1601570" cy="1042625"/>
            </a:xfrm>
          </p:grpSpPr>
          <p:pic>
            <p:nvPicPr>
              <p:cNvPr id="54" name="Graphic 53" descr="User with solid fill">
                <a:extLst>
                  <a:ext uri="{FF2B5EF4-FFF2-40B4-BE49-F238E27FC236}">
                    <a16:creationId xmlns:a16="http://schemas.microsoft.com/office/drawing/2014/main" id="{891AE9F7-23D5-69CB-E7D6-6A836247F7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402248" y="2815411"/>
                <a:ext cx="914400" cy="914396"/>
              </a:xfrm>
              <a:prstGeom prst="rect">
                <a:avLst/>
              </a:prstGeom>
            </p:spPr>
          </p:pic>
          <p:pic>
            <p:nvPicPr>
              <p:cNvPr id="55" name="Graphic 54" descr="User with solid fill">
                <a:extLst>
                  <a:ext uri="{FF2B5EF4-FFF2-40B4-BE49-F238E27FC236}">
                    <a16:creationId xmlns:a16="http://schemas.microsoft.com/office/drawing/2014/main" id="{ACDFEDCE-ABC0-A5F8-193F-ACA8B08593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063305" y="2943636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56" name="Graphic 55" descr="User with solid fill">
                <a:extLst>
                  <a:ext uri="{FF2B5EF4-FFF2-40B4-BE49-F238E27FC236}">
                    <a16:creationId xmlns:a16="http://schemas.microsoft.com/office/drawing/2014/main" id="{C78D9D82-23B9-755E-81DC-D7059C1C2B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1750475" y="2943636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25" name="Trapezoid 124">
              <a:extLst>
                <a:ext uri="{FF2B5EF4-FFF2-40B4-BE49-F238E27FC236}">
                  <a16:creationId xmlns:a16="http://schemas.microsoft.com/office/drawing/2014/main" id="{51AD345B-5B88-541E-4009-6DE206EF60BE}"/>
                </a:ext>
              </a:extLst>
            </p:cNvPr>
            <p:cNvSpPr/>
            <p:nvPr/>
          </p:nvSpPr>
          <p:spPr>
            <a:xfrm flipV="1">
              <a:off x="1428572" y="1795065"/>
              <a:ext cx="2531066" cy="549819"/>
            </a:xfrm>
            <a:prstGeom prst="trapezoid">
              <a:avLst>
                <a:gd name="adj" fmla="val 120482"/>
              </a:avLst>
            </a:prstGeom>
            <a:gradFill>
              <a:gsLst>
                <a:gs pos="100000">
                  <a:schemeClr val="bg1"/>
                </a:gs>
                <a:gs pos="0">
                  <a:schemeClr val="bg2"/>
                </a:gs>
                <a:gs pos="5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5FD1D90A-7EDB-1D20-289E-85578A5CCC73}"/>
                </a:ext>
              </a:extLst>
            </p:cNvPr>
            <p:cNvSpPr/>
            <p:nvPr/>
          </p:nvSpPr>
          <p:spPr>
            <a:xfrm>
              <a:off x="1465312" y="2344885"/>
              <a:ext cx="2457588" cy="735410"/>
            </a:xfrm>
            <a:prstGeom prst="round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PhenoMapR</a:t>
              </a: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D0077AC3-F28A-DA2A-0DFE-377F23D3FEBE}"/>
                </a:ext>
              </a:extLst>
            </p:cNvPr>
            <p:cNvGrpSpPr/>
            <p:nvPr/>
          </p:nvGrpSpPr>
          <p:grpSpPr>
            <a:xfrm>
              <a:off x="2391214" y="1909245"/>
              <a:ext cx="642113" cy="642113"/>
              <a:chOff x="3934520" y="1087767"/>
              <a:chExt cx="914400" cy="914400"/>
            </a:xfrm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81409279-19CE-2A2E-7B3F-4F1AD8F143F3}"/>
                  </a:ext>
                </a:extLst>
              </p:cNvPr>
              <p:cNvSpPr/>
              <p:nvPr/>
            </p:nvSpPr>
            <p:spPr>
              <a:xfrm>
                <a:off x="4063999" y="1399478"/>
                <a:ext cx="677705" cy="38487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299066A4-171A-5165-93B8-A87E304727DD}"/>
                  </a:ext>
                </a:extLst>
              </p:cNvPr>
              <p:cNvSpPr/>
              <p:nvPr/>
            </p:nvSpPr>
            <p:spPr>
              <a:xfrm>
                <a:off x="4060822" y="1399478"/>
                <a:ext cx="677706" cy="38487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60AE5BC7-82BF-F0C7-D56E-371AD97F9E0A}"/>
                  </a:ext>
                </a:extLst>
              </p:cNvPr>
              <p:cNvGrpSpPr/>
              <p:nvPr/>
            </p:nvGrpSpPr>
            <p:grpSpPr>
              <a:xfrm>
                <a:off x="3934520" y="1087767"/>
                <a:ext cx="914400" cy="914400"/>
                <a:chOff x="5638797" y="2971800"/>
                <a:chExt cx="914400" cy="914400"/>
              </a:xfrm>
            </p:grpSpPr>
            <p:pic>
              <p:nvPicPr>
                <p:cNvPr id="61" name="Graphic 60" descr="Map with pin with solid fill">
                  <a:extLst>
                    <a:ext uri="{FF2B5EF4-FFF2-40B4-BE49-F238E27FC236}">
                      <a16:creationId xmlns:a16="http://schemas.microsoft.com/office/drawing/2014/main" id="{2A8052DB-3696-925F-432F-6D044A8744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38797" y="2971800"/>
                  <a:ext cx="914400" cy="914400"/>
                </a:xfrm>
                <a:prstGeom prst="rect">
                  <a:avLst/>
                </a:prstGeom>
              </p:spPr>
            </p:pic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id="{F77B215C-53AA-7926-2414-A1E580740212}"/>
                    </a:ext>
                  </a:extLst>
                </p:cNvPr>
                <p:cNvGrpSpPr/>
                <p:nvPr/>
              </p:nvGrpSpPr>
              <p:grpSpPr>
                <a:xfrm>
                  <a:off x="6051550" y="3048411"/>
                  <a:ext cx="470201" cy="470201"/>
                  <a:chOff x="6521751" y="3309172"/>
                  <a:chExt cx="470201" cy="470201"/>
                </a:xfrm>
              </p:grpSpPr>
              <p:sp>
                <p:nvSpPr>
                  <p:cNvPr id="69" name="Oval 68">
                    <a:extLst>
                      <a:ext uri="{FF2B5EF4-FFF2-40B4-BE49-F238E27FC236}">
                        <a16:creationId xmlns:a16="http://schemas.microsoft.com/office/drawing/2014/main" id="{B4D6398A-19A9-3D91-35FF-BB0440558ACF}"/>
                      </a:ext>
                    </a:extLst>
                  </p:cNvPr>
                  <p:cNvSpPr/>
                  <p:nvPr/>
                </p:nvSpPr>
                <p:spPr>
                  <a:xfrm>
                    <a:off x="6697963" y="3426496"/>
                    <a:ext cx="117776" cy="11777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68" name="Graphic 67" descr="Marker with solid fill">
                    <a:extLst>
                      <a:ext uri="{FF2B5EF4-FFF2-40B4-BE49-F238E27FC236}">
                        <a16:creationId xmlns:a16="http://schemas.microsoft.com/office/drawing/2014/main" id="{CE85755E-7CAE-A6D7-3B72-09805182F4E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2">
                    <a:extLst>
                      <a:ext uri="{96DAC541-7B7A-43D3-8B79-37D633B846F1}">
                        <asvg:svgBlip xmlns:asvg="http://schemas.microsoft.com/office/drawing/2016/SVG/main" r:embed="rId2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521751" y="3309172"/>
                    <a:ext cx="470201" cy="470201"/>
                  </a:xfrm>
                  <a:prstGeom prst="rect">
                    <a:avLst/>
                  </a:prstGeom>
                </p:spPr>
              </p:pic>
            </p:grpSp>
          </p:grpSp>
        </p:grpSp>
        <p:pic>
          <p:nvPicPr>
            <p:cNvPr id="63" name="Graphic 62" descr="User with solid fill">
              <a:extLst>
                <a:ext uri="{FF2B5EF4-FFF2-40B4-BE49-F238E27FC236}">
                  <a16:creationId xmlns:a16="http://schemas.microsoft.com/office/drawing/2014/main" id="{F72B918C-97B2-9588-405D-1E85B3AC0C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266152" y="1010773"/>
              <a:ext cx="914400" cy="914400"/>
            </a:xfrm>
            <a:prstGeom prst="rect">
              <a:avLst/>
            </a:prstGeom>
          </p:spPr>
        </p:pic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6E7156F5-62B0-CC59-08F4-0889907BE424}"/>
                </a:ext>
              </a:extLst>
            </p:cNvPr>
            <p:cNvGrpSpPr/>
            <p:nvPr/>
          </p:nvGrpSpPr>
          <p:grpSpPr>
            <a:xfrm>
              <a:off x="2400080" y="1190735"/>
              <a:ext cx="554477" cy="554477"/>
              <a:chOff x="2790298" y="369651"/>
              <a:chExt cx="914400" cy="914400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FECFDDAD-6D41-1A59-9683-DBEE0031DFBB}"/>
                  </a:ext>
                </a:extLst>
              </p:cNvPr>
              <p:cNvSpPr/>
              <p:nvPr/>
            </p:nvSpPr>
            <p:spPr>
              <a:xfrm>
                <a:off x="2790298" y="369651"/>
                <a:ext cx="914400" cy="914400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DCA95A68-3567-2EE8-F4BD-04703BD0DDDB}"/>
                  </a:ext>
                </a:extLst>
              </p:cNvPr>
              <p:cNvSpPr/>
              <p:nvPr/>
            </p:nvSpPr>
            <p:spPr>
              <a:xfrm>
                <a:off x="3128366" y="797793"/>
                <a:ext cx="371336" cy="2889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6AE0E6AE-1161-418D-FCF6-D5883FA88999}"/>
                </a:ext>
              </a:extLst>
            </p:cNvPr>
            <p:cNvGrpSpPr/>
            <p:nvPr/>
          </p:nvGrpSpPr>
          <p:grpSpPr>
            <a:xfrm>
              <a:off x="3317525" y="1146917"/>
              <a:ext cx="642113" cy="642113"/>
              <a:chOff x="2664875" y="257246"/>
              <a:chExt cx="642113" cy="642113"/>
            </a:xfrm>
          </p:grpSpPr>
          <p:sp>
            <p:nvSpPr>
              <p:cNvPr id="96" name="Rounded Rectangle 95">
                <a:extLst>
                  <a:ext uri="{FF2B5EF4-FFF2-40B4-BE49-F238E27FC236}">
                    <a16:creationId xmlns:a16="http://schemas.microsoft.com/office/drawing/2014/main" id="{6AC20F70-DC30-72C9-3A35-086FB9B8131E}"/>
                  </a:ext>
                </a:extLst>
              </p:cNvPr>
              <p:cNvSpPr/>
              <p:nvPr/>
            </p:nvSpPr>
            <p:spPr>
              <a:xfrm>
                <a:off x="2664875" y="257246"/>
                <a:ext cx="642113" cy="642113"/>
              </a:xfrm>
              <a:prstGeom prst="roundRect">
                <a:avLst>
                  <a:gd name="adj" fmla="val 8013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C586E3A2-6158-3720-6414-29CD06D06B02}"/>
                  </a:ext>
                </a:extLst>
              </p:cNvPr>
              <p:cNvSpPr/>
              <p:nvPr/>
            </p:nvSpPr>
            <p:spPr>
              <a:xfrm>
                <a:off x="2689225" y="307975"/>
                <a:ext cx="323850" cy="200025"/>
              </a:xfrm>
              <a:custGeom>
                <a:avLst/>
                <a:gdLst>
                  <a:gd name="csX0" fmla="*/ 38100 w 323850"/>
                  <a:gd name="csY0" fmla="*/ 9525 h 200025"/>
                  <a:gd name="csX1" fmla="*/ 22225 w 323850"/>
                  <a:gd name="csY1" fmla="*/ 19050 h 200025"/>
                  <a:gd name="csX2" fmla="*/ 6350 w 323850"/>
                  <a:gd name="csY2" fmla="*/ 31750 h 200025"/>
                  <a:gd name="csX3" fmla="*/ 0 w 323850"/>
                  <a:gd name="csY3" fmla="*/ 50800 h 200025"/>
                  <a:gd name="csX4" fmla="*/ 6350 w 323850"/>
                  <a:gd name="csY4" fmla="*/ 98425 h 200025"/>
                  <a:gd name="csX5" fmla="*/ 12700 w 323850"/>
                  <a:gd name="csY5" fmla="*/ 149225 h 200025"/>
                  <a:gd name="csX6" fmla="*/ 22225 w 323850"/>
                  <a:gd name="csY6" fmla="*/ 168275 h 200025"/>
                  <a:gd name="csX7" fmla="*/ 41275 w 323850"/>
                  <a:gd name="csY7" fmla="*/ 180975 h 200025"/>
                  <a:gd name="csX8" fmla="*/ 50800 w 323850"/>
                  <a:gd name="csY8" fmla="*/ 187325 h 200025"/>
                  <a:gd name="csX9" fmla="*/ 69850 w 323850"/>
                  <a:gd name="csY9" fmla="*/ 193675 h 200025"/>
                  <a:gd name="csX10" fmla="*/ 79375 w 323850"/>
                  <a:gd name="csY10" fmla="*/ 196850 h 200025"/>
                  <a:gd name="csX11" fmla="*/ 88900 w 323850"/>
                  <a:gd name="csY11" fmla="*/ 200025 h 200025"/>
                  <a:gd name="csX12" fmla="*/ 107950 w 323850"/>
                  <a:gd name="csY12" fmla="*/ 193675 h 200025"/>
                  <a:gd name="csX13" fmla="*/ 117475 w 323850"/>
                  <a:gd name="csY13" fmla="*/ 190500 h 200025"/>
                  <a:gd name="csX14" fmla="*/ 136525 w 323850"/>
                  <a:gd name="csY14" fmla="*/ 174625 h 200025"/>
                  <a:gd name="csX15" fmla="*/ 155575 w 323850"/>
                  <a:gd name="csY15" fmla="*/ 168275 h 200025"/>
                  <a:gd name="csX16" fmla="*/ 184150 w 323850"/>
                  <a:gd name="csY16" fmla="*/ 158750 h 200025"/>
                  <a:gd name="csX17" fmla="*/ 193675 w 323850"/>
                  <a:gd name="csY17" fmla="*/ 155575 h 200025"/>
                  <a:gd name="csX18" fmla="*/ 203200 w 323850"/>
                  <a:gd name="csY18" fmla="*/ 152400 h 200025"/>
                  <a:gd name="csX19" fmla="*/ 228600 w 323850"/>
                  <a:gd name="csY19" fmla="*/ 146050 h 200025"/>
                  <a:gd name="csX20" fmla="*/ 292100 w 323850"/>
                  <a:gd name="csY20" fmla="*/ 139700 h 200025"/>
                  <a:gd name="csX21" fmla="*/ 311150 w 323850"/>
                  <a:gd name="csY21" fmla="*/ 130175 h 200025"/>
                  <a:gd name="csX22" fmla="*/ 314325 w 323850"/>
                  <a:gd name="csY22" fmla="*/ 120650 h 200025"/>
                  <a:gd name="csX23" fmla="*/ 323850 w 323850"/>
                  <a:gd name="csY23" fmla="*/ 101600 h 200025"/>
                  <a:gd name="csX24" fmla="*/ 314325 w 323850"/>
                  <a:gd name="csY24" fmla="*/ 44450 h 200025"/>
                  <a:gd name="csX25" fmla="*/ 295275 w 323850"/>
                  <a:gd name="csY25" fmla="*/ 28575 h 200025"/>
                  <a:gd name="csX26" fmla="*/ 285750 w 323850"/>
                  <a:gd name="csY26" fmla="*/ 19050 h 200025"/>
                  <a:gd name="csX27" fmla="*/ 266700 w 323850"/>
                  <a:gd name="csY27" fmla="*/ 12700 h 200025"/>
                  <a:gd name="csX28" fmla="*/ 247650 w 323850"/>
                  <a:gd name="csY28" fmla="*/ 6350 h 200025"/>
                  <a:gd name="csX29" fmla="*/ 238125 w 323850"/>
                  <a:gd name="csY29" fmla="*/ 3175 h 200025"/>
                  <a:gd name="csX30" fmla="*/ 219075 w 323850"/>
                  <a:gd name="csY30" fmla="*/ 0 h 200025"/>
                  <a:gd name="csX31" fmla="*/ 171450 w 323850"/>
                  <a:gd name="csY31" fmla="*/ 3175 h 200025"/>
                  <a:gd name="csX32" fmla="*/ 142875 w 323850"/>
                  <a:gd name="csY32" fmla="*/ 12700 h 200025"/>
                  <a:gd name="csX33" fmla="*/ 133350 w 323850"/>
                  <a:gd name="csY33" fmla="*/ 15875 h 200025"/>
                  <a:gd name="csX34" fmla="*/ 123825 w 323850"/>
                  <a:gd name="csY34" fmla="*/ 25400 h 200025"/>
                  <a:gd name="csX35" fmla="*/ 79375 w 323850"/>
                  <a:gd name="csY35" fmla="*/ 25400 h 200025"/>
                  <a:gd name="csX36" fmla="*/ 60325 w 323850"/>
                  <a:gd name="csY36" fmla="*/ 19050 h 200025"/>
                  <a:gd name="csX37" fmla="*/ 50800 w 323850"/>
                  <a:gd name="csY37" fmla="*/ 15875 h 200025"/>
                  <a:gd name="csX38" fmla="*/ 41275 w 323850"/>
                  <a:gd name="csY38" fmla="*/ 12700 h 200025"/>
                  <a:gd name="csX39" fmla="*/ 38100 w 323850"/>
                  <a:gd name="csY39" fmla="*/ 9525 h 2000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</a:cxnLst>
                <a:rect l="l" t="t" r="r" b="b"/>
                <a:pathLst>
                  <a:path w="323850" h="200025">
                    <a:moveTo>
                      <a:pt x="38100" y="9525"/>
                    </a:moveTo>
                    <a:cubicBezTo>
                      <a:pt x="32808" y="12700"/>
                      <a:pt x="27745" y="16290"/>
                      <a:pt x="22225" y="19050"/>
                    </a:cubicBezTo>
                    <a:cubicBezTo>
                      <a:pt x="10913" y="24706"/>
                      <a:pt x="12467" y="17987"/>
                      <a:pt x="6350" y="31750"/>
                    </a:cubicBezTo>
                    <a:cubicBezTo>
                      <a:pt x="3632" y="37867"/>
                      <a:pt x="0" y="50800"/>
                      <a:pt x="0" y="50800"/>
                    </a:cubicBezTo>
                    <a:cubicBezTo>
                      <a:pt x="6543" y="76973"/>
                      <a:pt x="1352" y="53442"/>
                      <a:pt x="6350" y="98425"/>
                    </a:cubicBezTo>
                    <a:cubicBezTo>
                      <a:pt x="8235" y="115386"/>
                      <a:pt x="7304" y="133036"/>
                      <a:pt x="12700" y="149225"/>
                    </a:cubicBezTo>
                    <a:cubicBezTo>
                      <a:pt x="14965" y="156019"/>
                      <a:pt x="16432" y="163206"/>
                      <a:pt x="22225" y="168275"/>
                    </a:cubicBezTo>
                    <a:cubicBezTo>
                      <a:pt x="27968" y="173301"/>
                      <a:pt x="34925" y="176742"/>
                      <a:pt x="41275" y="180975"/>
                    </a:cubicBezTo>
                    <a:cubicBezTo>
                      <a:pt x="44450" y="183092"/>
                      <a:pt x="47180" y="186118"/>
                      <a:pt x="50800" y="187325"/>
                    </a:cubicBezTo>
                    <a:lnTo>
                      <a:pt x="69850" y="193675"/>
                    </a:lnTo>
                    <a:lnTo>
                      <a:pt x="79375" y="196850"/>
                    </a:lnTo>
                    <a:lnTo>
                      <a:pt x="88900" y="200025"/>
                    </a:lnTo>
                    <a:lnTo>
                      <a:pt x="107950" y="193675"/>
                    </a:lnTo>
                    <a:lnTo>
                      <a:pt x="117475" y="190500"/>
                    </a:lnTo>
                    <a:cubicBezTo>
                      <a:pt x="123457" y="184518"/>
                      <a:pt x="128568" y="178161"/>
                      <a:pt x="136525" y="174625"/>
                    </a:cubicBezTo>
                    <a:cubicBezTo>
                      <a:pt x="142642" y="171907"/>
                      <a:pt x="149225" y="170392"/>
                      <a:pt x="155575" y="168275"/>
                    </a:cubicBezTo>
                    <a:lnTo>
                      <a:pt x="184150" y="158750"/>
                    </a:lnTo>
                    <a:lnTo>
                      <a:pt x="193675" y="155575"/>
                    </a:lnTo>
                    <a:cubicBezTo>
                      <a:pt x="196850" y="154517"/>
                      <a:pt x="199953" y="153212"/>
                      <a:pt x="203200" y="152400"/>
                    </a:cubicBezTo>
                    <a:cubicBezTo>
                      <a:pt x="211667" y="150283"/>
                      <a:pt x="219916" y="146918"/>
                      <a:pt x="228600" y="146050"/>
                    </a:cubicBezTo>
                    <a:lnTo>
                      <a:pt x="292100" y="139700"/>
                    </a:lnTo>
                    <a:cubicBezTo>
                      <a:pt x="298375" y="137608"/>
                      <a:pt x="306674" y="135770"/>
                      <a:pt x="311150" y="130175"/>
                    </a:cubicBezTo>
                    <a:cubicBezTo>
                      <a:pt x="313241" y="127562"/>
                      <a:pt x="312828" y="123643"/>
                      <a:pt x="314325" y="120650"/>
                    </a:cubicBezTo>
                    <a:cubicBezTo>
                      <a:pt x="326635" y="96031"/>
                      <a:pt x="315870" y="125541"/>
                      <a:pt x="323850" y="101600"/>
                    </a:cubicBezTo>
                    <a:cubicBezTo>
                      <a:pt x="323712" y="99949"/>
                      <a:pt x="322818" y="52943"/>
                      <a:pt x="314325" y="44450"/>
                    </a:cubicBezTo>
                    <a:cubicBezTo>
                      <a:pt x="286498" y="16623"/>
                      <a:pt x="321797" y="50677"/>
                      <a:pt x="295275" y="28575"/>
                    </a:cubicBezTo>
                    <a:cubicBezTo>
                      <a:pt x="291826" y="25700"/>
                      <a:pt x="289675" y="21231"/>
                      <a:pt x="285750" y="19050"/>
                    </a:cubicBezTo>
                    <a:cubicBezTo>
                      <a:pt x="279899" y="15799"/>
                      <a:pt x="273050" y="14817"/>
                      <a:pt x="266700" y="12700"/>
                    </a:cubicBezTo>
                    <a:lnTo>
                      <a:pt x="247650" y="6350"/>
                    </a:lnTo>
                    <a:cubicBezTo>
                      <a:pt x="244475" y="5292"/>
                      <a:pt x="241426" y="3725"/>
                      <a:pt x="238125" y="3175"/>
                    </a:cubicBezTo>
                    <a:lnTo>
                      <a:pt x="219075" y="0"/>
                    </a:lnTo>
                    <a:cubicBezTo>
                      <a:pt x="203200" y="1058"/>
                      <a:pt x="187200" y="925"/>
                      <a:pt x="171450" y="3175"/>
                    </a:cubicBezTo>
                    <a:lnTo>
                      <a:pt x="142875" y="12700"/>
                    </a:lnTo>
                    <a:lnTo>
                      <a:pt x="133350" y="15875"/>
                    </a:lnTo>
                    <a:cubicBezTo>
                      <a:pt x="130175" y="19050"/>
                      <a:pt x="127724" y="23172"/>
                      <a:pt x="123825" y="25400"/>
                    </a:cubicBezTo>
                    <a:cubicBezTo>
                      <a:pt x="111826" y="32257"/>
                      <a:pt x="88607" y="26323"/>
                      <a:pt x="79375" y="25400"/>
                    </a:cubicBezTo>
                    <a:lnTo>
                      <a:pt x="60325" y="19050"/>
                    </a:lnTo>
                    <a:lnTo>
                      <a:pt x="50800" y="15875"/>
                    </a:lnTo>
                    <a:cubicBezTo>
                      <a:pt x="47625" y="14817"/>
                      <a:pt x="44622" y="12700"/>
                      <a:pt x="41275" y="12700"/>
                    </a:cubicBezTo>
                    <a:lnTo>
                      <a:pt x="38100" y="9525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Freeform 97">
                <a:extLst>
                  <a:ext uri="{FF2B5EF4-FFF2-40B4-BE49-F238E27FC236}">
                    <a16:creationId xmlns:a16="http://schemas.microsoft.com/office/drawing/2014/main" id="{1B98F68E-3A66-2B4E-FD20-AE490E43CB85}"/>
                  </a:ext>
                </a:extLst>
              </p:cNvPr>
              <p:cNvSpPr/>
              <p:nvPr/>
            </p:nvSpPr>
            <p:spPr>
              <a:xfrm>
                <a:off x="2981325" y="311150"/>
                <a:ext cx="295275" cy="279400"/>
              </a:xfrm>
              <a:custGeom>
                <a:avLst/>
                <a:gdLst>
                  <a:gd name="csX0" fmla="*/ 266700 w 295275"/>
                  <a:gd name="csY0" fmla="*/ 9525 h 279400"/>
                  <a:gd name="csX1" fmla="*/ 250825 w 295275"/>
                  <a:gd name="csY1" fmla="*/ 12700 h 279400"/>
                  <a:gd name="csX2" fmla="*/ 190500 w 295275"/>
                  <a:gd name="csY2" fmla="*/ 6350 h 279400"/>
                  <a:gd name="csX3" fmla="*/ 158750 w 295275"/>
                  <a:gd name="csY3" fmla="*/ 0 h 279400"/>
                  <a:gd name="csX4" fmla="*/ 114300 w 295275"/>
                  <a:gd name="csY4" fmla="*/ 3175 h 279400"/>
                  <a:gd name="csX5" fmla="*/ 104775 w 295275"/>
                  <a:gd name="csY5" fmla="*/ 6350 h 279400"/>
                  <a:gd name="csX6" fmla="*/ 95250 w 295275"/>
                  <a:gd name="csY6" fmla="*/ 25400 h 279400"/>
                  <a:gd name="csX7" fmla="*/ 88900 w 295275"/>
                  <a:gd name="csY7" fmla="*/ 34925 h 279400"/>
                  <a:gd name="csX8" fmla="*/ 82550 w 295275"/>
                  <a:gd name="csY8" fmla="*/ 53975 h 279400"/>
                  <a:gd name="csX9" fmla="*/ 73025 w 295275"/>
                  <a:gd name="csY9" fmla="*/ 73025 h 279400"/>
                  <a:gd name="csX10" fmla="*/ 69850 w 295275"/>
                  <a:gd name="csY10" fmla="*/ 88900 h 279400"/>
                  <a:gd name="csX11" fmla="*/ 63500 w 295275"/>
                  <a:gd name="csY11" fmla="*/ 117475 h 279400"/>
                  <a:gd name="csX12" fmla="*/ 57150 w 295275"/>
                  <a:gd name="csY12" fmla="*/ 127000 h 279400"/>
                  <a:gd name="csX13" fmla="*/ 53975 w 295275"/>
                  <a:gd name="csY13" fmla="*/ 136525 h 279400"/>
                  <a:gd name="csX14" fmla="*/ 25400 w 295275"/>
                  <a:gd name="csY14" fmla="*/ 152400 h 279400"/>
                  <a:gd name="csX15" fmla="*/ 3175 w 295275"/>
                  <a:gd name="csY15" fmla="*/ 180975 h 279400"/>
                  <a:gd name="csX16" fmla="*/ 0 w 295275"/>
                  <a:gd name="csY16" fmla="*/ 190500 h 279400"/>
                  <a:gd name="csX17" fmla="*/ 6350 w 295275"/>
                  <a:gd name="csY17" fmla="*/ 222250 h 279400"/>
                  <a:gd name="csX18" fmla="*/ 9525 w 295275"/>
                  <a:gd name="csY18" fmla="*/ 231775 h 279400"/>
                  <a:gd name="csX19" fmla="*/ 22225 w 295275"/>
                  <a:gd name="csY19" fmla="*/ 250825 h 279400"/>
                  <a:gd name="csX20" fmla="*/ 41275 w 295275"/>
                  <a:gd name="csY20" fmla="*/ 263525 h 279400"/>
                  <a:gd name="csX21" fmla="*/ 85725 w 295275"/>
                  <a:gd name="csY21" fmla="*/ 276225 h 279400"/>
                  <a:gd name="csX22" fmla="*/ 114300 w 295275"/>
                  <a:gd name="csY22" fmla="*/ 279400 h 279400"/>
                  <a:gd name="csX23" fmla="*/ 228600 w 295275"/>
                  <a:gd name="csY23" fmla="*/ 269875 h 279400"/>
                  <a:gd name="csX24" fmla="*/ 260350 w 295275"/>
                  <a:gd name="csY24" fmla="*/ 263525 h 279400"/>
                  <a:gd name="csX25" fmla="*/ 269875 w 295275"/>
                  <a:gd name="csY25" fmla="*/ 260350 h 279400"/>
                  <a:gd name="csX26" fmla="*/ 279400 w 295275"/>
                  <a:gd name="csY26" fmla="*/ 254000 h 279400"/>
                  <a:gd name="csX27" fmla="*/ 285750 w 295275"/>
                  <a:gd name="csY27" fmla="*/ 234950 h 279400"/>
                  <a:gd name="csX28" fmla="*/ 279400 w 295275"/>
                  <a:gd name="csY28" fmla="*/ 177800 h 279400"/>
                  <a:gd name="csX29" fmla="*/ 282575 w 295275"/>
                  <a:gd name="csY29" fmla="*/ 107950 h 279400"/>
                  <a:gd name="csX30" fmla="*/ 288925 w 295275"/>
                  <a:gd name="csY30" fmla="*/ 76200 h 279400"/>
                  <a:gd name="csX31" fmla="*/ 295275 w 295275"/>
                  <a:gd name="csY31" fmla="*/ 38100 h 279400"/>
                  <a:gd name="csX32" fmla="*/ 292100 w 295275"/>
                  <a:gd name="csY32" fmla="*/ 28575 h 279400"/>
                  <a:gd name="csX33" fmla="*/ 263525 w 295275"/>
                  <a:gd name="csY33" fmla="*/ 15875 h 279400"/>
                  <a:gd name="csX34" fmla="*/ 247650 w 295275"/>
                  <a:gd name="csY34" fmla="*/ 12700 h 279400"/>
                  <a:gd name="csX35" fmla="*/ 266700 w 295275"/>
                  <a:gd name="csY35" fmla="*/ 9525 h 279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</a:cxnLst>
                <a:rect l="l" t="t" r="r" b="b"/>
                <a:pathLst>
                  <a:path w="295275" h="279400">
                    <a:moveTo>
                      <a:pt x="266700" y="9525"/>
                    </a:moveTo>
                    <a:cubicBezTo>
                      <a:pt x="267229" y="9525"/>
                      <a:pt x="256221" y="12700"/>
                      <a:pt x="250825" y="12700"/>
                    </a:cubicBezTo>
                    <a:cubicBezTo>
                      <a:pt x="238082" y="12700"/>
                      <a:pt x="206071" y="9098"/>
                      <a:pt x="190500" y="6350"/>
                    </a:cubicBezTo>
                    <a:cubicBezTo>
                      <a:pt x="179871" y="4474"/>
                      <a:pt x="158750" y="0"/>
                      <a:pt x="158750" y="0"/>
                    </a:cubicBezTo>
                    <a:cubicBezTo>
                      <a:pt x="143933" y="1058"/>
                      <a:pt x="129053" y="1439"/>
                      <a:pt x="114300" y="3175"/>
                    </a:cubicBezTo>
                    <a:cubicBezTo>
                      <a:pt x="110976" y="3566"/>
                      <a:pt x="107388" y="4259"/>
                      <a:pt x="104775" y="6350"/>
                    </a:cubicBezTo>
                    <a:cubicBezTo>
                      <a:pt x="97192" y="12416"/>
                      <a:pt x="99085" y="17731"/>
                      <a:pt x="95250" y="25400"/>
                    </a:cubicBezTo>
                    <a:cubicBezTo>
                      <a:pt x="93543" y="28813"/>
                      <a:pt x="90450" y="31438"/>
                      <a:pt x="88900" y="34925"/>
                    </a:cubicBezTo>
                    <a:cubicBezTo>
                      <a:pt x="86182" y="41042"/>
                      <a:pt x="86263" y="48406"/>
                      <a:pt x="82550" y="53975"/>
                    </a:cubicBezTo>
                    <a:cubicBezTo>
                      <a:pt x="76342" y="63287"/>
                      <a:pt x="75654" y="62509"/>
                      <a:pt x="73025" y="73025"/>
                    </a:cubicBezTo>
                    <a:cubicBezTo>
                      <a:pt x="71716" y="78260"/>
                      <a:pt x="70815" y="83591"/>
                      <a:pt x="69850" y="88900"/>
                    </a:cubicBezTo>
                    <a:cubicBezTo>
                      <a:pt x="68456" y="96565"/>
                      <a:pt x="67499" y="109478"/>
                      <a:pt x="63500" y="117475"/>
                    </a:cubicBezTo>
                    <a:cubicBezTo>
                      <a:pt x="61793" y="120888"/>
                      <a:pt x="58857" y="123587"/>
                      <a:pt x="57150" y="127000"/>
                    </a:cubicBezTo>
                    <a:cubicBezTo>
                      <a:pt x="55653" y="129993"/>
                      <a:pt x="56342" y="134158"/>
                      <a:pt x="53975" y="136525"/>
                    </a:cubicBezTo>
                    <a:cubicBezTo>
                      <a:pt x="43058" y="147442"/>
                      <a:pt x="37378" y="148407"/>
                      <a:pt x="25400" y="152400"/>
                    </a:cubicBezTo>
                    <a:cubicBezTo>
                      <a:pt x="17182" y="160618"/>
                      <a:pt x="6973" y="169582"/>
                      <a:pt x="3175" y="180975"/>
                    </a:cubicBezTo>
                    <a:lnTo>
                      <a:pt x="0" y="190500"/>
                    </a:lnTo>
                    <a:cubicBezTo>
                      <a:pt x="2117" y="201083"/>
                      <a:pt x="2937" y="212011"/>
                      <a:pt x="6350" y="222250"/>
                    </a:cubicBezTo>
                    <a:cubicBezTo>
                      <a:pt x="7408" y="225425"/>
                      <a:pt x="7900" y="228849"/>
                      <a:pt x="9525" y="231775"/>
                    </a:cubicBezTo>
                    <a:cubicBezTo>
                      <a:pt x="13231" y="238446"/>
                      <a:pt x="15875" y="246592"/>
                      <a:pt x="22225" y="250825"/>
                    </a:cubicBezTo>
                    <a:cubicBezTo>
                      <a:pt x="28575" y="255058"/>
                      <a:pt x="34035" y="261112"/>
                      <a:pt x="41275" y="263525"/>
                    </a:cubicBezTo>
                    <a:cubicBezTo>
                      <a:pt x="53316" y="267539"/>
                      <a:pt x="73765" y="274896"/>
                      <a:pt x="85725" y="276225"/>
                    </a:cubicBezTo>
                    <a:lnTo>
                      <a:pt x="114300" y="279400"/>
                    </a:lnTo>
                    <a:cubicBezTo>
                      <a:pt x="160223" y="277313"/>
                      <a:pt x="186043" y="278386"/>
                      <a:pt x="228600" y="269875"/>
                    </a:cubicBezTo>
                    <a:cubicBezTo>
                      <a:pt x="239183" y="267758"/>
                      <a:pt x="250111" y="266938"/>
                      <a:pt x="260350" y="263525"/>
                    </a:cubicBezTo>
                    <a:cubicBezTo>
                      <a:pt x="263525" y="262467"/>
                      <a:pt x="266882" y="261847"/>
                      <a:pt x="269875" y="260350"/>
                    </a:cubicBezTo>
                    <a:cubicBezTo>
                      <a:pt x="273288" y="258643"/>
                      <a:pt x="276225" y="256117"/>
                      <a:pt x="279400" y="254000"/>
                    </a:cubicBezTo>
                    <a:cubicBezTo>
                      <a:pt x="281517" y="247650"/>
                      <a:pt x="286580" y="241592"/>
                      <a:pt x="285750" y="234950"/>
                    </a:cubicBezTo>
                    <a:cubicBezTo>
                      <a:pt x="281256" y="198996"/>
                      <a:pt x="283424" y="218040"/>
                      <a:pt x="279400" y="177800"/>
                    </a:cubicBezTo>
                    <a:cubicBezTo>
                      <a:pt x="280458" y="154517"/>
                      <a:pt x="280914" y="131198"/>
                      <a:pt x="282575" y="107950"/>
                    </a:cubicBezTo>
                    <a:cubicBezTo>
                      <a:pt x="283557" y="94197"/>
                      <a:pt x="286161" y="88637"/>
                      <a:pt x="288925" y="76200"/>
                    </a:cubicBezTo>
                    <a:cubicBezTo>
                      <a:pt x="292639" y="59486"/>
                      <a:pt x="292624" y="56654"/>
                      <a:pt x="295275" y="38100"/>
                    </a:cubicBezTo>
                    <a:cubicBezTo>
                      <a:pt x="294217" y="34925"/>
                      <a:pt x="294191" y="31188"/>
                      <a:pt x="292100" y="28575"/>
                    </a:cubicBezTo>
                    <a:cubicBezTo>
                      <a:pt x="287033" y="22241"/>
                      <a:pt x="268607" y="16891"/>
                      <a:pt x="263525" y="15875"/>
                    </a:cubicBezTo>
                    <a:cubicBezTo>
                      <a:pt x="258233" y="14817"/>
                      <a:pt x="252885" y="11391"/>
                      <a:pt x="247650" y="12700"/>
                    </a:cubicBezTo>
                    <a:cubicBezTo>
                      <a:pt x="245354" y="13274"/>
                      <a:pt x="266171" y="9525"/>
                      <a:pt x="266700" y="9525"/>
                    </a:cubicBez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C18AF08E-C2FF-5F09-B859-2CECEB059C6A}"/>
                  </a:ext>
                </a:extLst>
              </p:cNvPr>
              <p:cNvSpPr/>
              <p:nvPr/>
            </p:nvSpPr>
            <p:spPr>
              <a:xfrm>
                <a:off x="2819400" y="495300"/>
                <a:ext cx="139988" cy="89054"/>
              </a:xfrm>
              <a:custGeom>
                <a:avLst/>
                <a:gdLst>
                  <a:gd name="csX0" fmla="*/ 88900 w 139988"/>
                  <a:gd name="csY0" fmla="*/ 12700 h 89054"/>
                  <a:gd name="csX1" fmla="*/ 73025 w 139988"/>
                  <a:gd name="csY1" fmla="*/ 15875 h 89054"/>
                  <a:gd name="csX2" fmla="*/ 63500 w 139988"/>
                  <a:gd name="csY2" fmla="*/ 12700 h 89054"/>
                  <a:gd name="csX3" fmla="*/ 53975 w 139988"/>
                  <a:gd name="csY3" fmla="*/ 15875 h 89054"/>
                  <a:gd name="csX4" fmla="*/ 34925 w 139988"/>
                  <a:gd name="csY4" fmla="*/ 19050 h 89054"/>
                  <a:gd name="csX5" fmla="*/ 15875 w 139988"/>
                  <a:gd name="csY5" fmla="*/ 25400 h 89054"/>
                  <a:gd name="csX6" fmla="*/ 6350 w 139988"/>
                  <a:gd name="csY6" fmla="*/ 34925 h 89054"/>
                  <a:gd name="csX7" fmla="*/ 0 w 139988"/>
                  <a:gd name="csY7" fmla="*/ 53975 h 89054"/>
                  <a:gd name="csX8" fmla="*/ 3175 w 139988"/>
                  <a:gd name="csY8" fmla="*/ 82550 h 89054"/>
                  <a:gd name="csX9" fmla="*/ 12700 w 139988"/>
                  <a:gd name="csY9" fmla="*/ 88900 h 89054"/>
                  <a:gd name="csX10" fmla="*/ 60325 w 139988"/>
                  <a:gd name="csY10" fmla="*/ 85725 h 89054"/>
                  <a:gd name="csX11" fmla="*/ 123825 w 139988"/>
                  <a:gd name="csY11" fmla="*/ 82550 h 89054"/>
                  <a:gd name="csX12" fmla="*/ 130175 w 139988"/>
                  <a:gd name="csY12" fmla="*/ 22225 h 89054"/>
                  <a:gd name="csX13" fmla="*/ 114300 w 139988"/>
                  <a:gd name="csY13" fmla="*/ 0 h 89054"/>
                  <a:gd name="csX14" fmla="*/ 79375 w 139988"/>
                  <a:gd name="csY14" fmla="*/ 3175 h 89054"/>
                  <a:gd name="csX15" fmla="*/ 88900 w 139988"/>
                  <a:gd name="csY15" fmla="*/ 12700 h 890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139988" h="89054">
                    <a:moveTo>
                      <a:pt x="88900" y="12700"/>
                    </a:moveTo>
                    <a:cubicBezTo>
                      <a:pt x="87842" y="14817"/>
                      <a:pt x="78421" y="15875"/>
                      <a:pt x="73025" y="15875"/>
                    </a:cubicBezTo>
                    <a:cubicBezTo>
                      <a:pt x="69678" y="15875"/>
                      <a:pt x="66847" y="12700"/>
                      <a:pt x="63500" y="12700"/>
                    </a:cubicBezTo>
                    <a:cubicBezTo>
                      <a:pt x="60153" y="12700"/>
                      <a:pt x="57242" y="15149"/>
                      <a:pt x="53975" y="15875"/>
                    </a:cubicBezTo>
                    <a:cubicBezTo>
                      <a:pt x="47691" y="17272"/>
                      <a:pt x="41170" y="17489"/>
                      <a:pt x="34925" y="19050"/>
                    </a:cubicBezTo>
                    <a:cubicBezTo>
                      <a:pt x="28431" y="20673"/>
                      <a:pt x="15875" y="25400"/>
                      <a:pt x="15875" y="25400"/>
                    </a:cubicBezTo>
                    <a:cubicBezTo>
                      <a:pt x="12700" y="28575"/>
                      <a:pt x="8531" y="31000"/>
                      <a:pt x="6350" y="34925"/>
                    </a:cubicBezTo>
                    <a:cubicBezTo>
                      <a:pt x="3099" y="40776"/>
                      <a:pt x="0" y="53975"/>
                      <a:pt x="0" y="53975"/>
                    </a:cubicBezTo>
                    <a:cubicBezTo>
                      <a:pt x="1058" y="63500"/>
                      <a:pt x="-100" y="73543"/>
                      <a:pt x="3175" y="82550"/>
                    </a:cubicBezTo>
                    <a:cubicBezTo>
                      <a:pt x="4479" y="86136"/>
                      <a:pt x="8890" y="88688"/>
                      <a:pt x="12700" y="88900"/>
                    </a:cubicBezTo>
                    <a:cubicBezTo>
                      <a:pt x="28586" y="89783"/>
                      <a:pt x="44441" y="86633"/>
                      <a:pt x="60325" y="85725"/>
                    </a:cubicBezTo>
                    <a:lnTo>
                      <a:pt x="123825" y="82550"/>
                    </a:lnTo>
                    <a:cubicBezTo>
                      <a:pt x="150743" y="73577"/>
                      <a:pt x="137568" y="81372"/>
                      <a:pt x="130175" y="22225"/>
                    </a:cubicBezTo>
                    <a:cubicBezTo>
                      <a:pt x="127598" y="1611"/>
                      <a:pt x="127759" y="4486"/>
                      <a:pt x="114300" y="0"/>
                    </a:cubicBezTo>
                    <a:cubicBezTo>
                      <a:pt x="102658" y="1058"/>
                      <a:pt x="90548" y="-263"/>
                      <a:pt x="79375" y="3175"/>
                    </a:cubicBezTo>
                    <a:cubicBezTo>
                      <a:pt x="75728" y="4297"/>
                      <a:pt x="89958" y="10583"/>
                      <a:pt x="88900" y="12700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B65733F3-3004-FF29-AF23-06709797CEAE}"/>
                  </a:ext>
                </a:extLst>
              </p:cNvPr>
              <p:cNvSpPr/>
              <p:nvPr/>
            </p:nvSpPr>
            <p:spPr>
              <a:xfrm>
                <a:off x="2692400" y="533400"/>
                <a:ext cx="247650" cy="333375"/>
              </a:xfrm>
              <a:custGeom>
                <a:avLst/>
                <a:gdLst>
                  <a:gd name="csX0" fmla="*/ 174625 w 247650"/>
                  <a:gd name="csY0" fmla="*/ 88900 h 333375"/>
                  <a:gd name="csX1" fmla="*/ 101600 w 247650"/>
                  <a:gd name="csY1" fmla="*/ 88900 h 333375"/>
                  <a:gd name="csX2" fmla="*/ 92075 w 247650"/>
                  <a:gd name="csY2" fmla="*/ 82550 h 333375"/>
                  <a:gd name="csX3" fmla="*/ 82550 w 247650"/>
                  <a:gd name="csY3" fmla="*/ 63500 h 333375"/>
                  <a:gd name="csX4" fmla="*/ 85725 w 247650"/>
                  <a:gd name="csY4" fmla="*/ 53975 h 333375"/>
                  <a:gd name="csX5" fmla="*/ 79375 w 247650"/>
                  <a:gd name="csY5" fmla="*/ 19050 h 333375"/>
                  <a:gd name="csX6" fmla="*/ 73025 w 247650"/>
                  <a:gd name="csY6" fmla="*/ 9525 h 333375"/>
                  <a:gd name="csX7" fmla="*/ 38100 w 247650"/>
                  <a:gd name="csY7" fmla="*/ 0 h 333375"/>
                  <a:gd name="csX8" fmla="*/ 3175 w 247650"/>
                  <a:gd name="csY8" fmla="*/ 12700 h 333375"/>
                  <a:gd name="csX9" fmla="*/ 0 w 247650"/>
                  <a:gd name="csY9" fmla="*/ 22225 h 333375"/>
                  <a:gd name="csX10" fmla="*/ 3175 w 247650"/>
                  <a:gd name="csY10" fmla="*/ 101600 h 333375"/>
                  <a:gd name="csX11" fmla="*/ 9525 w 247650"/>
                  <a:gd name="csY11" fmla="*/ 142875 h 333375"/>
                  <a:gd name="csX12" fmla="*/ 12700 w 247650"/>
                  <a:gd name="csY12" fmla="*/ 152400 h 333375"/>
                  <a:gd name="csX13" fmla="*/ 22225 w 247650"/>
                  <a:gd name="csY13" fmla="*/ 158750 h 333375"/>
                  <a:gd name="csX14" fmla="*/ 28575 w 247650"/>
                  <a:gd name="csY14" fmla="*/ 168275 h 333375"/>
                  <a:gd name="csX15" fmla="*/ 22225 w 247650"/>
                  <a:gd name="csY15" fmla="*/ 212725 h 333375"/>
                  <a:gd name="csX16" fmla="*/ 19050 w 247650"/>
                  <a:gd name="csY16" fmla="*/ 231775 h 333375"/>
                  <a:gd name="csX17" fmla="*/ 15875 w 247650"/>
                  <a:gd name="csY17" fmla="*/ 244475 h 333375"/>
                  <a:gd name="csX18" fmla="*/ 12700 w 247650"/>
                  <a:gd name="csY18" fmla="*/ 266700 h 333375"/>
                  <a:gd name="csX19" fmla="*/ 19050 w 247650"/>
                  <a:gd name="csY19" fmla="*/ 311150 h 333375"/>
                  <a:gd name="csX20" fmla="*/ 22225 w 247650"/>
                  <a:gd name="csY20" fmla="*/ 320675 h 333375"/>
                  <a:gd name="csX21" fmla="*/ 44450 w 247650"/>
                  <a:gd name="csY21" fmla="*/ 330200 h 333375"/>
                  <a:gd name="csX22" fmla="*/ 66675 w 247650"/>
                  <a:gd name="csY22" fmla="*/ 333375 h 333375"/>
                  <a:gd name="csX23" fmla="*/ 149225 w 247650"/>
                  <a:gd name="csY23" fmla="*/ 330200 h 333375"/>
                  <a:gd name="csX24" fmla="*/ 165100 w 247650"/>
                  <a:gd name="csY24" fmla="*/ 327025 h 333375"/>
                  <a:gd name="csX25" fmla="*/ 174625 w 247650"/>
                  <a:gd name="csY25" fmla="*/ 320675 h 333375"/>
                  <a:gd name="csX26" fmla="*/ 180975 w 247650"/>
                  <a:gd name="csY26" fmla="*/ 311150 h 333375"/>
                  <a:gd name="csX27" fmla="*/ 187325 w 247650"/>
                  <a:gd name="csY27" fmla="*/ 292100 h 333375"/>
                  <a:gd name="csX28" fmla="*/ 196850 w 247650"/>
                  <a:gd name="csY28" fmla="*/ 219075 h 333375"/>
                  <a:gd name="csX29" fmla="*/ 203200 w 247650"/>
                  <a:gd name="csY29" fmla="*/ 209550 h 333375"/>
                  <a:gd name="csX30" fmla="*/ 212725 w 247650"/>
                  <a:gd name="csY30" fmla="*/ 206375 h 333375"/>
                  <a:gd name="csX31" fmla="*/ 222250 w 247650"/>
                  <a:gd name="csY31" fmla="*/ 200025 h 333375"/>
                  <a:gd name="csX32" fmla="*/ 228600 w 247650"/>
                  <a:gd name="csY32" fmla="*/ 190500 h 333375"/>
                  <a:gd name="csX33" fmla="*/ 238125 w 247650"/>
                  <a:gd name="csY33" fmla="*/ 184150 h 333375"/>
                  <a:gd name="csX34" fmla="*/ 241300 w 247650"/>
                  <a:gd name="csY34" fmla="*/ 174625 h 333375"/>
                  <a:gd name="csX35" fmla="*/ 247650 w 247650"/>
                  <a:gd name="csY35" fmla="*/ 165100 h 333375"/>
                  <a:gd name="csX36" fmla="*/ 244475 w 247650"/>
                  <a:gd name="csY36" fmla="*/ 123825 h 333375"/>
                  <a:gd name="csX37" fmla="*/ 241300 w 247650"/>
                  <a:gd name="csY37" fmla="*/ 114300 h 333375"/>
                  <a:gd name="csX38" fmla="*/ 234950 w 247650"/>
                  <a:gd name="csY38" fmla="*/ 104775 h 333375"/>
                  <a:gd name="csX39" fmla="*/ 206375 w 247650"/>
                  <a:gd name="csY39" fmla="*/ 92075 h 333375"/>
                  <a:gd name="csX40" fmla="*/ 187325 w 247650"/>
                  <a:gd name="csY40" fmla="*/ 88900 h 333375"/>
                  <a:gd name="csX41" fmla="*/ 174625 w 247650"/>
                  <a:gd name="csY41" fmla="*/ 88900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</a:cxnLst>
                <a:rect l="l" t="t" r="r" b="b"/>
                <a:pathLst>
                  <a:path w="247650" h="333375">
                    <a:moveTo>
                      <a:pt x="174625" y="88900"/>
                    </a:moveTo>
                    <a:cubicBezTo>
                      <a:pt x="160338" y="88900"/>
                      <a:pt x="148214" y="95559"/>
                      <a:pt x="101600" y="88900"/>
                    </a:cubicBezTo>
                    <a:cubicBezTo>
                      <a:pt x="97822" y="88360"/>
                      <a:pt x="95250" y="84667"/>
                      <a:pt x="92075" y="82550"/>
                    </a:cubicBezTo>
                    <a:cubicBezTo>
                      <a:pt x="88864" y="77734"/>
                      <a:pt x="82550" y="70073"/>
                      <a:pt x="82550" y="63500"/>
                    </a:cubicBezTo>
                    <a:cubicBezTo>
                      <a:pt x="82550" y="60153"/>
                      <a:pt x="84667" y="57150"/>
                      <a:pt x="85725" y="53975"/>
                    </a:cubicBezTo>
                    <a:cubicBezTo>
                      <a:pt x="85368" y="51835"/>
                      <a:pt x="80706" y="22600"/>
                      <a:pt x="79375" y="19050"/>
                    </a:cubicBezTo>
                    <a:cubicBezTo>
                      <a:pt x="78035" y="15477"/>
                      <a:pt x="76261" y="11547"/>
                      <a:pt x="73025" y="9525"/>
                    </a:cubicBezTo>
                    <a:cubicBezTo>
                      <a:pt x="65442" y="4786"/>
                      <a:pt x="47166" y="1813"/>
                      <a:pt x="38100" y="0"/>
                    </a:cubicBezTo>
                    <a:cubicBezTo>
                      <a:pt x="8998" y="7275"/>
                      <a:pt x="19962" y="1509"/>
                      <a:pt x="3175" y="12700"/>
                    </a:cubicBezTo>
                    <a:cubicBezTo>
                      <a:pt x="2117" y="15875"/>
                      <a:pt x="0" y="18878"/>
                      <a:pt x="0" y="22225"/>
                    </a:cubicBezTo>
                    <a:cubicBezTo>
                      <a:pt x="0" y="48704"/>
                      <a:pt x="1620" y="75166"/>
                      <a:pt x="3175" y="101600"/>
                    </a:cubicBezTo>
                    <a:cubicBezTo>
                      <a:pt x="4218" y="119323"/>
                      <a:pt x="5216" y="127794"/>
                      <a:pt x="9525" y="142875"/>
                    </a:cubicBezTo>
                    <a:cubicBezTo>
                      <a:pt x="10444" y="146093"/>
                      <a:pt x="10609" y="149787"/>
                      <a:pt x="12700" y="152400"/>
                    </a:cubicBezTo>
                    <a:cubicBezTo>
                      <a:pt x="15084" y="155380"/>
                      <a:pt x="19050" y="156633"/>
                      <a:pt x="22225" y="158750"/>
                    </a:cubicBezTo>
                    <a:cubicBezTo>
                      <a:pt x="24342" y="161925"/>
                      <a:pt x="28575" y="164459"/>
                      <a:pt x="28575" y="168275"/>
                    </a:cubicBezTo>
                    <a:cubicBezTo>
                      <a:pt x="28575" y="183242"/>
                      <a:pt x="24686" y="197962"/>
                      <a:pt x="22225" y="212725"/>
                    </a:cubicBezTo>
                    <a:cubicBezTo>
                      <a:pt x="21167" y="219075"/>
                      <a:pt x="20313" y="225462"/>
                      <a:pt x="19050" y="231775"/>
                    </a:cubicBezTo>
                    <a:cubicBezTo>
                      <a:pt x="18194" y="236054"/>
                      <a:pt x="16656" y="240182"/>
                      <a:pt x="15875" y="244475"/>
                    </a:cubicBezTo>
                    <a:cubicBezTo>
                      <a:pt x="14536" y="251838"/>
                      <a:pt x="13758" y="259292"/>
                      <a:pt x="12700" y="266700"/>
                    </a:cubicBezTo>
                    <a:cubicBezTo>
                      <a:pt x="20528" y="298011"/>
                      <a:pt x="10388" y="254847"/>
                      <a:pt x="19050" y="311150"/>
                    </a:cubicBezTo>
                    <a:cubicBezTo>
                      <a:pt x="19559" y="314458"/>
                      <a:pt x="20134" y="318062"/>
                      <a:pt x="22225" y="320675"/>
                    </a:cubicBezTo>
                    <a:cubicBezTo>
                      <a:pt x="27281" y="326995"/>
                      <a:pt x="37311" y="328902"/>
                      <a:pt x="44450" y="330200"/>
                    </a:cubicBezTo>
                    <a:cubicBezTo>
                      <a:pt x="51813" y="331539"/>
                      <a:pt x="59267" y="332317"/>
                      <a:pt x="66675" y="333375"/>
                    </a:cubicBezTo>
                    <a:cubicBezTo>
                      <a:pt x="94192" y="332317"/>
                      <a:pt x="121745" y="331973"/>
                      <a:pt x="149225" y="330200"/>
                    </a:cubicBezTo>
                    <a:cubicBezTo>
                      <a:pt x="154610" y="329853"/>
                      <a:pt x="160047" y="328920"/>
                      <a:pt x="165100" y="327025"/>
                    </a:cubicBezTo>
                    <a:cubicBezTo>
                      <a:pt x="168673" y="325685"/>
                      <a:pt x="171450" y="322792"/>
                      <a:pt x="174625" y="320675"/>
                    </a:cubicBezTo>
                    <a:cubicBezTo>
                      <a:pt x="176742" y="317500"/>
                      <a:pt x="179425" y="314637"/>
                      <a:pt x="180975" y="311150"/>
                    </a:cubicBezTo>
                    <a:cubicBezTo>
                      <a:pt x="183693" y="305033"/>
                      <a:pt x="187325" y="292100"/>
                      <a:pt x="187325" y="292100"/>
                    </a:cubicBezTo>
                    <a:cubicBezTo>
                      <a:pt x="187753" y="284818"/>
                      <a:pt x="185967" y="235400"/>
                      <a:pt x="196850" y="219075"/>
                    </a:cubicBezTo>
                    <a:cubicBezTo>
                      <a:pt x="198967" y="215900"/>
                      <a:pt x="200220" y="211934"/>
                      <a:pt x="203200" y="209550"/>
                    </a:cubicBezTo>
                    <a:cubicBezTo>
                      <a:pt x="205813" y="207459"/>
                      <a:pt x="209732" y="207872"/>
                      <a:pt x="212725" y="206375"/>
                    </a:cubicBezTo>
                    <a:cubicBezTo>
                      <a:pt x="216138" y="204668"/>
                      <a:pt x="219075" y="202142"/>
                      <a:pt x="222250" y="200025"/>
                    </a:cubicBezTo>
                    <a:cubicBezTo>
                      <a:pt x="224367" y="196850"/>
                      <a:pt x="225902" y="193198"/>
                      <a:pt x="228600" y="190500"/>
                    </a:cubicBezTo>
                    <a:cubicBezTo>
                      <a:pt x="231298" y="187802"/>
                      <a:pt x="235741" y="187130"/>
                      <a:pt x="238125" y="184150"/>
                    </a:cubicBezTo>
                    <a:cubicBezTo>
                      <a:pt x="240216" y="181537"/>
                      <a:pt x="239803" y="177618"/>
                      <a:pt x="241300" y="174625"/>
                    </a:cubicBezTo>
                    <a:cubicBezTo>
                      <a:pt x="243007" y="171212"/>
                      <a:pt x="245533" y="168275"/>
                      <a:pt x="247650" y="165100"/>
                    </a:cubicBezTo>
                    <a:cubicBezTo>
                      <a:pt x="246592" y="151342"/>
                      <a:pt x="246187" y="137517"/>
                      <a:pt x="244475" y="123825"/>
                    </a:cubicBezTo>
                    <a:cubicBezTo>
                      <a:pt x="244060" y="120504"/>
                      <a:pt x="242797" y="117293"/>
                      <a:pt x="241300" y="114300"/>
                    </a:cubicBezTo>
                    <a:cubicBezTo>
                      <a:pt x="239593" y="110887"/>
                      <a:pt x="237648" y="107473"/>
                      <a:pt x="234950" y="104775"/>
                    </a:cubicBezTo>
                    <a:cubicBezTo>
                      <a:pt x="228478" y="98303"/>
                      <a:pt x="213920" y="93333"/>
                      <a:pt x="206375" y="92075"/>
                    </a:cubicBezTo>
                    <a:cubicBezTo>
                      <a:pt x="200025" y="91017"/>
                      <a:pt x="193746" y="89359"/>
                      <a:pt x="187325" y="88900"/>
                    </a:cubicBezTo>
                    <a:cubicBezTo>
                      <a:pt x="178880" y="88297"/>
                      <a:pt x="188912" y="88900"/>
                      <a:pt x="174625" y="8890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D9759E00-5296-268F-B2F9-EAECC17844C5}"/>
                  </a:ext>
                </a:extLst>
              </p:cNvPr>
              <p:cNvSpPr/>
              <p:nvPr/>
            </p:nvSpPr>
            <p:spPr>
              <a:xfrm>
                <a:off x="2924175" y="619125"/>
                <a:ext cx="358775" cy="250825"/>
              </a:xfrm>
              <a:custGeom>
                <a:avLst/>
                <a:gdLst>
                  <a:gd name="csX0" fmla="*/ 69850 w 358775"/>
                  <a:gd name="csY0" fmla="*/ 3175 h 250825"/>
                  <a:gd name="csX1" fmla="*/ 44450 w 358775"/>
                  <a:gd name="csY1" fmla="*/ 15875 h 250825"/>
                  <a:gd name="csX2" fmla="*/ 38100 w 358775"/>
                  <a:gd name="csY2" fmla="*/ 34925 h 250825"/>
                  <a:gd name="csX3" fmla="*/ 44450 w 358775"/>
                  <a:gd name="csY3" fmla="*/ 44450 h 250825"/>
                  <a:gd name="csX4" fmla="*/ 53975 w 358775"/>
                  <a:gd name="csY4" fmla="*/ 79375 h 250825"/>
                  <a:gd name="csX5" fmla="*/ 50800 w 358775"/>
                  <a:gd name="csY5" fmla="*/ 107950 h 250825"/>
                  <a:gd name="csX6" fmla="*/ 31750 w 358775"/>
                  <a:gd name="csY6" fmla="*/ 146050 h 250825"/>
                  <a:gd name="csX7" fmla="*/ 19050 w 358775"/>
                  <a:gd name="csY7" fmla="*/ 165100 h 250825"/>
                  <a:gd name="csX8" fmla="*/ 12700 w 358775"/>
                  <a:gd name="csY8" fmla="*/ 174625 h 250825"/>
                  <a:gd name="csX9" fmla="*/ 6350 w 358775"/>
                  <a:gd name="csY9" fmla="*/ 184150 h 250825"/>
                  <a:gd name="csX10" fmla="*/ 0 w 358775"/>
                  <a:gd name="csY10" fmla="*/ 203200 h 250825"/>
                  <a:gd name="csX11" fmla="*/ 3175 w 358775"/>
                  <a:gd name="csY11" fmla="*/ 228600 h 250825"/>
                  <a:gd name="csX12" fmla="*/ 47625 w 358775"/>
                  <a:gd name="csY12" fmla="*/ 250825 h 250825"/>
                  <a:gd name="csX13" fmla="*/ 98425 w 358775"/>
                  <a:gd name="csY13" fmla="*/ 244475 h 250825"/>
                  <a:gd name="csX14" fmla="*/ 120650 w 358775"/>
                  <a:gd name="csY14" fmla="*/ 238125 h 250825"/>
                  <a:gd name="csX15" fmla="*/ 136525 w 358775"/>
                  <a:gd name="csY15" fmla="*/ 234950 h 250825"/>
                  <a:gd name="csX16" fmla="*/ 158750 w 358775"/>
                  <a:gd name="csY16" fmla="*/ 228600 h 250825"/>
                  <a:gd name="csX17" fmla="*/ 171450 w 358775"/>
                  <a:gd name="csY17" fmla="*/ 200025 h 250825"/>
                  <a:gd name="csX18" fmla="*/ 190500 w 358775"/>
                  <a:gd name="csY18" fmla="*/ 187325 h 250825"/>
                  <a:gd name="csX19" fmla="*/ 200025 w 358775"/>
                  <a:gd name="csY19" fmla="*/ 177800 h 250825"/>
                  <a:gd name="csX20" fmla="*/ 222250 w 358775"/>
                  <a:gd name="csY20" fmla="*/ 165100 h 250825"/>
                  <a:gd name="csX21" fmla="*/ 241300 w 358775"/>
                  <a:gd name="csY21" fmla="*/ 155575 h 250825"/>
                  <a:gd name="csX22" fmla="*/ 323850 w 358775"/>
                  <a:gd name="csY22" fmla="*/ 149225 h 250825"/>
                  <a:gd name="csX23" fmla="*/ 349250 w 358775"/>
                  <a:gd name="csY23" fmla="*/ 142875 h 250825"/>
                  <a:gd name="csX24" fmla="*/ 358775 w 358775"/>
                  <a:gd name="csY24" fmla="*/ 123825 h 250825"/>
                  <a:gd name="csX25" fmla="*/ 355600 w 358775"/>
                  <a:gd name="csY25" fmla="*/ 104775 h 250825"/>
                  <a:gd name="csX26" fmla="*/ 358775 w 358775"/>
                  <a:gd name="csY26" fmla="*/ 95250 h 250825"/>
                  <a:gd name="csX27" fmla="*/ 352425 w 358775"/>
                  <a:gd name="csY27" fmla="*/ 28575 h 250825"/>
                  <a:gd name="csX28" fmla="*/ 339725 w 358775"/>
                  <a:gd name="csY28" fmla="*/ 12700 h 250825"/>
                  <a:gd name="csX29" fmla="*/ 320675 w 358775"/>
                  <a:gd name="csY29" fmla="*/ 6350 h 250825"/>
                  <a:gd name="csX30" fmla="*/ 241300 w 358775"/>
                  <a:gd name="csY30" fmla="*/ 15875 h 250825"/>
                  <a:gd name="csX31" fmla="*/ 222250 w 358775"/>
                  <a:gd name="csY31" fmla="*/ 22225 h 250825"/>
                  <a:gd name="csX32" fmla="*/ 212725 w 358775"/>
                  <a:gd name="csY32" fmla="*/ 25400 h 250825"/>
                  <a:gd name="csX33" fmla="*/ 180975 w 358775"/>
                  <a:gd name="csY33" fmla="*/ 22225 h 250825"/>
                  <a:gd name="csX34" fmla="*/ 165100 w 358775"/>
                  <a:gd name="csY34" fmla="*/ 19050 h 250825"/>
                  <a:gd name="csX35" fmla="*/ 146050 w 358775"/>
                  <a:gd name="csY35" fmla="*/ 15875 h 250825"/>
                  <a:gd name="csX36" fmla="*/ 136525 w 358775"/>
                  <a:gd name="csY36" fmla="*/ 12700 h 250825"/>
                  <a:gd name="csX37" fmla="*/ 111125 w 358775"/>
                  <a:gd name="csY37" fmla="*/ 6350 h 250825"/>
                  <a:gd name="csX38" fmla="*/ 98425 w 358775"/>
                  <a:gd name="csY38" fmla="*/ 3175 h 250825"/>
                  <a:gd name="csX39" fmla="*/ 88900 w 358775"/>
                  <a:gd name="csY39" fmla="*/ 0 h 250825"/>
                  <a:gd name="csX40" fmla="*/ 69850 w 358775"/>
                  <a:gd name="csY40" fmla="*/ 3175 h 2508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</a:cxnLst>
                <a:rect l="l" t="t" r="r" b="b"/>
                <a:pathLst>
                  <a:path w="358775" h="250825">
                    <a:moveTo>
                      <a:pt x="69850" y="3175"/>
                    </a:moveTo>
                    <a:cubicBezTo>
                      <a:pt x="57589" y="5627"/>
                      <a:pt x="51120" y="3868"/>
                      <a:pt x="44450" y="15875"/>
                    </a:cubicBezTo>
                    <a:cubicBezTo>
                      <a:pt x="41199" y="21726"/>
                      <a:pt x="38100" y="34925"/>
                      <a:pt x="38100" y="34925"/>
                    </a:cubicBezTo>
                    <a:cubicBezTo>
                      <a:pt x="40217" y="38100"/>
                      <a:pt x="42900" y="40963"/>
                      <a:pt x="44450" y="44450"/>
                    </a:cubicBezTo>
                    <a:cubicBezTo>
                      <a:pt x="50309" y="57633"/>
                      <a:pt x="51259" y="65794"/>
                      <a:pt x="53975" y="79375"/>
                    </a:cubicBezTo>
                    <a:cubicBezTo>
                      <a:pt x="52917" y="88900"/>
                      <a:pt x="52680" y="98552"/>
                      <a:pt x="50800" y="107950"/>
                    </a:cubicBezTo>
                    <a:cubicBezTo>
                      <a:pt x="47044" y="126729"/>
                      <a:pt x="42453" y="129995"/>
                      <a:pt x="31750" y="146050"/>
                    </a:cubicBezTo>
                    <a:lnTo>
                      <a:pt x="19050" y="165100"/>
                    </a:lnTo>
                    <a:lnTo>
                      <a:pt x="12700" y="174625"/>
                    </a:lnTo>
                    <a:cubicBezTo>
                      <a:pt x="10583" y="177800"/>
                      <a:pt x="7557" y="180530"/>
                      <a:pt x="6350" y="184150"/>
                    </a:cubicBezTo>
                    <a:lnTo>
                      <a:pt x="0" y="203200"/>
                    </a:lnTo>
                    <a:cubicBezTo>
                      <a:pt x="1058" y="211667"/>
                      <a:pt x="1387" y="220257"/>
                      <a:pt x="3175" y="228600"/>
                    </a:cubicBezTo>
                    <a:cubicBezTo>
                      <a:pt x="9780" y="259425"/>
                      <a:pt x="10041" y="247693"/>
                      <a:pt x="47625" y="250825"/>
                    </a:cubicBezTo>
                    <a:cubicBezTo>
                      <a:pt x="61260" y="249310"/>
                      <a:pt x="84187" y="247064"/>
                      <a:pt x="98425" y="244475"/>
                    </a:cubicBezTo>
                    <a:cubicBezTo>
                      <a:pt x="120201" y="240516"/>
                      <a:pt x="102515" y="242659"/>
                      <a:pt x="120650" y="238125"/>
                    </a:cubicBezTo>
                    <a:cubicBezTo>
                      <a:pt x="125885" y="236816"/>
                      <a:pt x="131257" y="236121"/>
                      <a:pt x="136525" y="234950"/>
                    </a:cubicBezTo>
                    <a:cubicBezTo>
                      <a:pt x="148485" y="232292"/>
                      <a:pt x="148143" y="232136"/>
                      <a:pt x="158750" y="228600"/>
                    </a:cubicBezTo>
                    <a:cubicBezTo>
                      <a:pt x="161115" y="221505"/>
                      <a:pt x="164347" y="206240"/>
                      <a:pt x="171450" y="200025"/>
                    </a:cubicBezTo>
                    <a:cubicBezTo>
                      <a:pt x="177193" y="194999"/>
                      <a:pt x="185104" y="192721"/>
                      <a:pt x="190500" y="187325"/>
                    </a:cubicBezTo>
                    <a:cubicBezTo>
                      <a:pt x="193675" y="184150"/>
                      <a:pt x="196576" y="180675"/>
                      <a:pt x="200025" y="177800"/>
                    </a:cubicBezTo>
                    <a:cubicBezTo>
                      <a:pt x="208464" y="170768"/>
                      <a:pt x="212369" y="170746"/>
                      <a:pt x="222250" y="165100"/>
                    </a:cubicBezTo>
                    <a:cubicBezTo>
                      <a:pt x="230634" y="160309"/>
                      <a:pt x="231598" y="156961"/>
                      <a:pt x="241300" y="155575"/>
                    </a:cubicBezTo>
                    <a:cubicBezTo>
                      <a:pt x="257454" y="153267"/>
                      <a:pt x="311675" y="150037"/>
                      <a:pt x="323850" y="149225"/>
                    </a:cubicBezTo>
                    <a:cubicBezTo>
                      <a:pt x="324641" y="149067"/>
                      <a:pt x="345996" y="145478"/>
                      <a:pt x="349250" y="142875"/>
                    </a:cubicBezTo>
                    <a:cubicBezTo>
                      <a:pt x="354845" y="138399"/>
                      <a:pt x="356683" y="130100"/>
                      <a:pt x="358775" y="123825"/>
                    </a:cubicBezTo>
                    <a:cubicBezTo>
                      <a:pt x="357717" y="117475"/>
                      <a:pt x="355600" y="111213"/>
                      <a:pt x="355600" y="104775"/>
                    </a:cubicBezTo>
                    <a:cubicBezTo>
                      <a:pt x="355600" y="101428"/>
                      <a:pt x="358775" y="98597"/>
                      <a:pt x="358775" y="95250"/>
                    </a:cubicBezTo>
                    <a:cubicBezTo>
                      <a:pt x="358775" y="73554"/>
                      <a:pt x="357810" y="50117"/>
                      <a:pt x="352425" y="28575"/>
                    </a:cubicBezTo>
                    <a:cubicBezTo>
                      <a:pt x="349950" y="18677"/>
                      <a:pt x="349860" y="17205"/>
                      <a:pt x="339725" y="12700"/>
                    </a:cubicBezTo>
                    <a:cubicBezTo>
                      <a:pt x="333608" y="9982"/>
                      <a:pt x="320675" y="6350"/>
                      <a:pt x="320675" y="6350"/>
                    </a:cubicBezTo>
                    <a:cubicBezTo>
                      <a:pt x="253666" y="9877"/>
                      <a:pt x="279453" y="3157"/>
                      <a:pt x="241300" y="15875"/>
                    </a:cubicBezTo>
                    <a:lnTo>
                      <a:pt x="222250" y="22225"/>
                    </a:lnTo>
                    <a:lnTo>
                      <a:pt x="212725" y="25400"/>
                    </a:lnTo>
                    <a:cubicBezTo>
                      <a:pt x="202142" y="24342"/>
                      <a:pt x="191518" y="23631"/>
                      <a:pt x="180975" y="22225"/>
                    </a:cubicBezTo>
                    <a:cubicBezTo>
                      <a:pt x="175626" y="21512"/>
                      <a:pt x="170409" y="20015"/>
                      <a:pt x="165100" y="19050"/>
                    </a:cubicBezTo>
                    <a:cubicBezTo>
                      <a:pt x="158766" y="17898"/>
                      <a:pt x="152334" y="17272"/>
                      <a:pt x="146050" y="15875"/>
                    </a:cubicBezTo>
                    <a:cubicBezTo>
                      <a:pt x="142783" y="15149"/>
                      <a:pt x="139754" y="13581"/>
                      <a:pt x="136525" y="12700"/>
                    </a:cubicBezTo>
                    <a:cubicBezTo>
                      <a:pt x="128105" y="10404"/>
                      <a:pt x="119592" y="8467"/>
                      <a:pt x="111125" y="6350"/>
                    </a:cubicBezTo>
                    <a:cubicBezTo>
                      <a:pt x="106892" y="5292"/>
                      <a:pt x="102565" y="4555"/>
                      <a:pt x="98425" y="3175"/>
                    </a:cubicBezTo>
                    <a:lnTo>
                      <a:pt x="88900" y="0"/>
                    </a:lnTo>
                    <a:lnTo>
                      <a:pt x="69850" y="3175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5BD75A93-BC0F-AB93-A8A5-1C620B697ED3}"/>
                  </a:ext>
                </a:extLst>
              </p:cNvPr>
              <p:cNvSpPr/>
              <p:nvPr/>
            </p:nvSpPr>
            <p:spPr>
              <a:xfrm>
                <a:off x="3143250" y="806249"/>
                <a:ext cx="127000" cy="60526"/>
              </a:xfrm>
              <a:custGeom>
                <a:avLst/>
                <a:gdLst>
                  <a:gd name="csX0" fmla="*/ 111125 w 127000"/>
                  <a:gd name="csY0" fmla="*/ 201 h 60526"/>
                  <a:gd name="csX1" fmla="*/ 95250 w 127000"/>
                  <a:gd name="csY1" fmla="*/ 3376 h 60526"/>
                  <a:gd name="csX2" fmla="*/ 38100 w 127000"/>
                  <a:gd name="csY2" fmla="*/ 9726 h 60526"/>
                  <a:gd name="csX3" fmla="*/ 15875 w 127000"/>
                  <a:gd name="csY3" fmla="*/ 12901 h 60526"/>
                  <a:gd name="csX4" fmla="*/ 6350 w 127000"/>
                  <a:gd name="csY4" fmla="*/ 16076 h 60526"/>
                  <a:gd name="csX5" fmla="*/ 0 w 127000"/>
                  <a:gd name="csY5" fmla="*/ 35126 h 60526"/>
                  <a:gd name="csX6" fmla="*/ 3175 w 127000"/>
                  <a:gd name="csY6" fmla="*/ 47826 h 60526"/>
                  <a:gd name="csX7" fmla="*/ 22225 w 127000"/>
                  <a:gd name="csY7" fmla="*/ 57351 h 60526"/>
                  <a:gd name="csX8" fmla="*/ 76200 w 127000"/>
                  <a:gd name="csY8" fmla="*/ 60526 h 60526"/>
                  <a:gd name="csX9" fmla="*/ 111125 w 127000"/>
                  <a:gd name="csY9" fmla="*/ 57351 h 60526"/>
                  <a:gd name="csX10" fmla="*/ 120650 w 127000"/>
                  <a:gd name="csY10" fmla="*/ 54176 h 60526"/>
                  <a:gd name="csX11" fmla="*/ 127000 w 127000"/>
                  <a:gd name="csY11" fmla="*/ 44651 h 60526"/>
                  <a:gd name="csX12" fmla="*/ 120650 w 127000"/>
                  <a:gd name="csY12" fmla="*/ 19251 h 60526"/>
                  <a:gd name="csX13" fmla="*/ 117475 w 127000"/>
                  <a:gd name="csY13" fmla="*/ 9726 h 60526"/>
                  <a:gd name="csX14" fmla="*/ 111125 w 127000"/>
                  <a:gd name="csY14" fmla="*/ 201 h 605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127000" h="60526">
                    <a:moveTo>
                      <a:pt x="111125" y="201"/>
                    </a:moveTo>
                    <a:cubicBezTo>
                      <a:pt x="107421" y="-857"/>
                      <a:pt x="100584" y="2555"/>
                      <a:pt x="95250" y="3376"/>
                    </a:cubicBezTo>
                    <a:cubicBezTo>
                      <a:pt x="72210" y="6921"/>
                      <a:pt x="62243" y="6886"/>
                      <a:pt x="38100" y="9726"/>
                    </a:cubicBezTo>
                    <a:cubicBezTo>
                      <a:pt x="30668" y="10600"/>
                      <a:pt x="23283" y="11843"/>
                      <a:pt x="15875" y="12901"/>
                    </a:cubicBezTo>
                    <a:cubicBezTo>
                      <a:pt x="12700" y="13959"/>
                      <a:pt x="8295" y="13353"/>
                      <a:pt x="6350" y="16076"/>
                    </a:cubicBezTo>
                    <a:cubicBezTo>
                      <a:pt x="2459" y="21523"/>
                      <a:pt x="0" y="35126"/>
                      <a:pt x="0" y="35126"/>
                    </a:cubicBezTo>
                    <a:cubicBezTo>
                      <a:pt x="1058" y="39359"/>
                      <a:pt x="754" y="44195"/>
                      <a:pt x="3175" y="47826"/>
                    </a:cubicBezTo>
                    <a:cubicBezTo>
                      <a:pt x="5660" y="51553"/>
                      <a:pt x="17697" y="56898"/>
                      <a:pt x="22225" y="57351"/>
                    </a:cubicBezTo>
                    <a:cubicBezTo>
                      <a:pt x="40158" y="59144"/>
                      <a:pt x="58208" y="59468"/>
                      <a:pt x="76200" y="60526"/>
                    </a:cubicBezTo>
                    <a:cubicBezTo>
                      <a:pt x="87842" y="59468"/>
                      <a:pt x="99553" y="59004"/>
                      <a:pt x="111125" y="57351"/>
                    </a:cubicBezTo>
                    <a:cubicBezTo>
                      <a:pt x="114438" y="56878"/>
                      <a:pt x="118037" y="56267"/>
                      <a:pt x="120650" y="54176"/>
                    </a:cubicBezTo>
                    <a:cubicBezTo>
                      <a:pt x="123630" y="51792"/>
                      <a:pt x="124883" y="47826"/>
                      <a:pt x="127000" y="44651"/>
                    </a:cubicBezTo>
                    <a:cubicBezTo>
                      <a:pt x="124883" y="36184"/>
                      <a:pt x="123410" y="27530"/>
                      <a:pt x="120650" y="19251"/>
                    </a:cubicBezTo>
                    <a:cubicBezTo>
                      <a:pt x="119592" y="16076"/>
                      <a:pt x="120198" y="11671"/>
                      <a:pt x="117475" y="9726"/>
                    </a:cubicBezTo>
                    <a:cubicBezTo>
                      <a:pt x="112028" y="5835"/>
                      <a:pt x="114829" y="1259"/>
                      <a:pt x="111125" y="201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FCAA682F-7DD3-AB3A-DCC3-9FBDE5442BE5}"/>
                </a:ext>
              </a:extLst>
            </p:cNvPr>
            <p:cNvGrpSpPr/>
            <p:nvPr/>
          </p:nvGrpSpPr>
          <p:grpSpPr>
            <a:xfrm>
              <a:off x="2062467" y="3522899"/>
              <a:ext cx="1263277" cy="378956"/>
              <a:chOff x="2922417" y="2879240"/>
              <a:chExt cx="1848389" cy="554477"/>
            </a:xfrm>
          </p:grpSpPr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016F9DD5-B83A-05BA-C6CA-AB10430C26BE}"/>
                  </a:ext>
                </a:extLst>
              </p:cNvPr>
              <p:cNvGrpSpPr/>
              <p:nvPr/>
            </p:nvGrpSpPr>
            <p:grpSpPr>
              <a:xfrm>
                <a:off x="2922417" y="2879240"/>
                <a:ext cx="554477" cy="554477"/>
                <a:chOff x="2908570" y="369651"/>
                <a:chExt cx="914400" cy="914400"/>
              </a:xfrm>
            </p:grpSpPr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6826784E-A48D-C2F4-45CB-39C16BDDF188}"/>
                    </a:ext>
                  </a:extLst>
                </p:cNvPr>
                <p:cNvSpPr/>
                <p:nvPr/>
              </p:nvSpPr>
              <p:spPr>
                <a:xfrm>
                  <a:off x="2908570" y="369651"/>
                  <a:ext cx="914400" cy="914400"/>
                </a:xfrm>
                <a:prstGeom prst="ellipse">
                  <a:avLst/>
                </a:prstGeom>
                <a:solidFill>
                  <a:srgbClr val="C00000">
                    <a:alpha val="75000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Oval 105">
                  <a:extLst>
                    <a:ext uri="{FF2B5EF4-FFF2-40B4-BE49-F238E27FC236}">
                      <a16:creationId xmlns:a16="http://schemas.microsoft.com/office/drawing/2014/main" id="{2EE79253-D3C6-B5C2-7330-3CC3ACCCA552}"/>
                    </a:ext>
                  </a:extLst>
                </p:cNvPr>
                <p:cNvSpPr/>
                <p:nvPr/>
              </p:nvSpPr>
              <p:spPr>
                <a:xfrm>
                  <a:off x="3246638" y="797792"/>
                  <a:ext cx="371336" cy="288953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DC72490D-3527-1C5E-5587-22B8C5C2BED0}"/>
                  </a:ext>
                </a:extLst>
              </p:cNvPr>
              <p:cNvGrpSpPr/>
              <p:nvPr/>
            </p:nvGrpSpPr>
            <p:grpSpPr>
              <a:xfrm>
                <a:off x="4216329" y="2879240"/>
                <a:ext cx="554477" cy="554477"/>
                <a:chOff x="2908570" y="369651"/>
                <a:chExt cx="914400" cy="914400"/>
              </a:xfrm>
            </p:grpSpPr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FFB10B83-F5F3-69B3-4EDC-94FCFB65B268}"/>
                    </a:ext>
                  </a:extLst>
                </p:cNvPr>
                <p:cNvSpPr/>
                <p:nvPr/>
              </p:nvSpPr>
              <p:spPr>
                <a:xfrm>
                  <a:off x="2908570" y="369651"/>
                  <a:ext cx="914400" cy="914400"/>
                </a:xfrm>
                <a:prstGeom prst="ellipse">
                  <a:avLst/>
                </a:prstGeom>
                <a:solidFill>
                  <a:schemeClr val="accent4">
                    <a:lumMod val="75000"/>
                    <a:alpha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62CC5B85-D600-42C6-71B6-57A2EA17470F}"/>
                    </a:ext>
                  </a:extLst>
                </p:cNvPr>
                <p:cNvSpPr/>
                <p:nvPr/>
              </p:nvSpPr>
              <p:spPr>
                <a:xfrm>
                  <a:off x="3246638" y="797792"/>
                  <a:ext cx="371336" cy="288953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BB9042A2-7D51-231E-29B6-39350E772F0F}"/>
                  </a:ext>
                </a:extLst>
              </p:cNvPr>
              <p:cNvGrpSpPr/>
              <p:nvPr/>
            </p:nvGrpSpPr>
            <p:grpSpPr>
              <a:xfrm>
                <a:off x="3569373" y="2879240"/>
                <a:ext cx="554477" cy="554477"/>
                <a:chOff x="2908570" y="369651"/>
                <a:chExt cx="914400" cy="914400"/>
              </a:xfrm>
            </p:grpSpPr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018E67EE-3969-00BC-C785-A03AD8D2F150}"/>
                    </a:ext>
                  </a:extLst>
                </p:cNvPr>
                <p:cNvSpPr/>
                <p:nvPr/>
              </p:nvSpPr>
              <p:spPr>
                <a:xfrm>
                  <a:off x="2908570" y="369651"/>
                  <a:ext cx="914400" cy="914400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F6F740E7-DAC8-43D6-F9D6-91589138E9D0}"/>
                    </a:ext>
                  </a:extLst>
                </p:cNvPr>
                <p:cNvSpPr/>
                <p:nvPr/>
              </p:nvSpPr>
              <p:spPr>
                <a:xfrm>
                  <a:off x="3246638" y="797792"/>
                  <a:ext cx="371336" cy="288953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B5366E69-3A81-6B75-15B3-94EBC6EF1599}"/>
                </a:ext>
              </a:extLst>
            </p:cNvPr>
            <p:cNvGrpSpPr/>
            <p:nvPr/>
          </p:nvGrpSpPr>
          <p:grpSpPr>
            <a:xfrm>
              <a:off x="4004278" y="3351390"/>
              <a:ext cx="642113" cy="642113"/>
              <a:chOff x="2664875" y="257246"/>
              <a:chExt cx="642113" cy="642113"/>
            </a:xfrm>
          </p:grpSpPr>
          <p:sp>
            <p:nvSpPr>
              <p:cNvPr id="116" name="Rounded Rectangle 115">
                <a:extLst>
                  <a:ext uri="{FF2B5EF4-FFF2-40B4-BE49-F238E27FC236}">
                    <a16:creationId xmlns:a16="http://schemas.microsoft.com/office/drawing/2014/main" id="{73E992BE-9AB3-12F0-D9E4-B1AB43CFE023}"/>
                  </a:ext>
                </a:extLst>
              </p:cNvPr>
              <p:cNvSpPr/>
              <p:nvPr/>
            </p:nvSpPr>
            <p:spPr>
              <a:xfrm>
                <a:off x="2664875" y="257246"/>
                <a:ext cx="642113" cy="642113"/>
              </a:xfrm>
              <a:prstGeom prst="roundRect">
                <a:avLst>
                  <a:gd name="adj" fmla="val 8013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Freeform 116">
                <a:extLst>
                  <a:ext uri="{FF2B5EF4-FFF2-40B4-BE49-F238E27FC236}">
                    <a16:creationId xmlns:a16="http://schemas.microsoft.com/office/drawing/2014/main" id="{BEE882AF-B07D-58EA-E2F1-253426247065}"/>
                  </a:ext>
                </a:extLst>
              </p:cNvPr>
              <p:cNvSpPr/>
              <p:nvPr/>
            </p:nvSpPr>
            <p:spPr>
              <a:xfrm>
                <a:off x="2689225" y="307975"/>
                <a:ext cx="323850" cy="200025"/>
              </a:xfrm>
              <a:custGeom>
                <a:avLst/>
                <a:gdLst>
                  <a:gd name="csX0" fmla="*/ 38100 w 323850"/>
                  <a:gd name="csY0" fmla="*/ 9525 h 200025"/>
                  <a:gd name="csX1" fmla="*/ 22225 w 323850"/>
                  <a:gd name="csY1" fmla="*/ 19050 h 200025"/>
                  <a:gd name="csX2" fmla="*/ 6350 w 323850"/>
                  <a:gd name="csY2" fmla="*/ 31750 h 200025"/>
                  <a:gd name="csX3" fmla="*/ 0 w 323850"/>
                  <a:gd name="csY3" fmla="*/ 50800 h 200025"/>
                  <a:gd name="csX4" fmla="*/ 6350 w 323850"/>
                  <a:gd name="csY4" fmla="*/ 98425 h 200025"/>
                  <a:gd name="csX5" fmla="*/ 12700 w 323850"/>
                  <a:gd name="csY5" fmla="*/ 149225 h 200025"/>
                  <a:gd name="csX6" fmla="*/ 22225 w 323850"/>
                  <a:gd name="csY6" fmla="*/ 168275 h 200025"/>
                  <a:gd name="csX7" fmla="*/ 41275 w 323850"/>
                  <a:gd name="csY7" fmla="*/ 180975 h 200025"/>
                  <a:gd name="csX8" fmla="*/ 50800 w 323850"/>
                  <a:gd name="csY8" fmla="*/ 187325 h 200025"/>
                  <a:gd name="csX9" fmla="*/ 69850 w 323850"/>
                  <a:gd name="csY9" fmla="*/ 193675 h 200025"/>
                  <a:gd name="csX10" fmla="*/ 79375 w 323850"/>
                  <a:gd name="csY10" fmla="*/ 196850 h 200025"/>
                  <a:gd name="csX11" fmla="*/ 88900 w 323850"/>
                  <a:gd name="csY11" fmla="*/ 200025 h 200025"/>
                  <a:gd name="csX12" fmla="*/ 107950 w 323850"/>
                  <a:gd name="csY12" fmla="*/ 193675 h 200025"/>
                  <a:gd name="csX13" fmla="*/ 117475 w 323850"/>
                  <a:gd name="csY13" fmla="*/ 190500 h 200025"/>
                  <a:gd name="csX14" fmla="*/ 136525 w 323850"/>
                  <a:gd name="csY14" fmla="*/ 174625 h 200025"/>
                  <a:gd name="csX15" fmla="*/ 155575 w 323850"/>
                  <a:gd name="csY15" fmla="*/ 168275 h 200025"/>
                  <a:gd name="csX16" fmla="*/ 184150 w 323850"/>
                  <a:gd name="csY16" fmla="*/ 158750 h 200025"/>
                  <a:gd name="csX17" fmla="*/ 193675 w 323850"/>
                  <a:gd name="csY17" fmla="*/ 155575 h 200025"/>
                  <a:gd name="csX18" fmla="*/ 203200 w 323850"/>
                  <a:gd name="csY18" fmla="*/ 152400 h 200025"/>
                  <a:gd name="csX19" fmla="*/ 228600 w 323850"/>
                  <a:gd name="csY19" fmla="*/ 146050 h 200025"/>
                  <a:gd name="csX20" fmla="*/ 292100 w 323850"/>
                  <a:gd name="csY20" fmla="*/ 139700 h 200025"/>
                  <a:gd name="csX21" fmla="*/ 311150 w 323850"/>
                  <a:gd name="csY21" fmla="*/ 130175 h 200025"/>
                  <a:gd name="csX22" fmla="*/ 314325 w 323850"/>
                  <a:gd name="csY22" fmla="*/ 120650 h 200025"/>
                  <a:gd name="csX23" fmla="*/ 323850 w 323850"/>
                  <a:gd name="csY23" fmla="*/ 101600 h 200025"/>
                  <a:gd name="csX24" fmla="*/ 314325 w 323850"/>
                  <a:gd name="csY24" fmla="*/ 44450 h 200025"/>
                  <a:gd name="csX25" fmla="*/ 295275 w 323850"/>
                  <a:gd name="csY25" fmla="*/ 28575 h 200025"/>
                  <a:gd name="csX26" fmla="*/ 285750 w 323850"/>
                  <a:gd name="csY26" fmla="*/ 19050 h 200025"/>
                  <a:gd name="csX27" fmla="*/ 266700 w 323850"/>
                  <a:gd name="csY27" fmla="*/ 12700 h 200025"/>
                  <a:gd name="csX28" fmla="*/ 247650 w 323850"/>
                  <a:gd name="csY28" fmla="*/ 6350 h 200025"/>
                  <a:gd name="csX29" fmla="*/ 238125 w 323850"/>
                  <a:gd name="csY29" fmla="*/ 3175 h 200025"/>
                  <a:gd name="csX30" fmla="*/ 219075 w 323850"/>
                  <a:gd name="csY30" fmla="*/ 0 h 200025"/>
                  <a:gd name="csX31" fmla="*/ 171450 w 323850"/>
                  <a:gd name="csY31" fmla="*/ 3175 h 200025"/>
                  <a:gd name="csX32" fmla="*/ 142875 w 323850"/>
                  <a:gd name="csY32" fmla="*/ 12700 h 200025"/>
                  <a:gd name="csX33" fmla="*/ 133350 w 323850"/>
                  <a:gd name="csY33" fmla="*/ 15875 h 200025"/>
                  <a:gd name="csX34" fmla="*/ 123825 w 323850"/>
                  <a:gd name="csY34" fmla="*/ 25400 h 200025"/>
                  <a:gd name="csX35" fmla="*/ 79375 w 323850"/>
                  <a:gd name="csY35" fmla="*/ 25400 h 200025"/>
                  <a:gd name="csX36" fmla="*/ 60325 w 323850"/>
                  <a:gd name="csY36" fmla="*/ 19050 h 200025"/>
                  <a:gd name="csX37" fmla="*/ 50800 w 323850"/>
                  <a:gd name="csY37" fmla="*/ 15875 h 200025"/>
                  <a:gd name="csX38" fmla="*/ 41275 w 323850"/>
                  <a:gd name="csY38" fmla="*/ 12700 h 200025"/>
                  <a:gd name="csX39" fmla="*/ 38100 w 323850"/>
                  <a:gd name="csY39" fmla="*/ 9525 h 2000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</a:cxnLst>
                <a:rect l="l" t="t" r="r" b="b"/>
                <a:pathLst>
                  <a:path w="323850" h="200025">
                    <a:moveTo>
                      <a:pt x="38100" y="9525"/>
                    </a:moveTo>
                    <a:cubicBezTo>
                      <a:pt x="32808" y="12700"/>
                      <a:pt x="27745" y="16290"/>
                      <a:pt x="22225" y="19050"/>
                    </a:cubicBezTo>
                    <a:cubicBezTo>
                      <a:pt x="10913" y="24706"/>
                      <a:pt x="12467" y="17987"/>
                      <a:pt x="6350" y="31750"/>
                    </a:cubicBezTo>
                    <a:cubicBezTo>
                      <a:pt x="3632" y="37867"/>
                      <a:pt x="0" y="50800"/>
                      <a:pt x="0" y="50800"/>
                    </a:cubicBezTo>
                    <a:cubicBezTo>
                      <a:pt x="6543" y="76973"/>
                      <a:pt x="1352" y="53442"/>
                      <a:pt x="6350" y="98425"/>
                    </a:cubicBezTo>
                    <a:cubicBezTo>
                      <a:pt x="8235" y="115386"/>
                      <a:pt x="7304" y="133036"/>
                      <a:pt x="12700" y="149225"/>
                    </a:cubicBezTo>
                    <a:cubicBezTo>
                      <a:pt x="14965" y="156019"/>
                      <a:pt x="16432" y="163206"/>
                      <a:pt x="22225" y="168275"/>
                    </a:cubicBezTo>
                    <a:cubicBezTo>
                      <a:pt x="27968" y="173301"/>
                      <a:pt x="34925" y="176742"/>
                      <a:pt x="41275" y="180975"/>
                    </a:cubicBezTo>
                    <a:cubicBezTo>
                      <a:pt x="44450" y="183092"/>
                      <a:pt x="47180" y="186118"/>
                      <a:pt x="50800" y="187325"/>
                    </a:cubicBezTo>
                    <a:lnTo>
                      <a:pt x="69850" y="193675"/>
                    </a:lnTo>
                    <a:lnTo>
                      <a:pt x="79375" y="196850"/>
                    </a:lnTo>
                    <a:lnTo>
                      <a:pt x="88900" y="200025"/>
                    </a:lnTo>
                    <a:lnTo>
                      <a:pt x="107950" y="193675"/>
                    </a:lnTo>
                    <a:lnTo>
                      <a:pt x="117475" y="190500"/>
                    </a:lnTo>
                    <a:cubicBezTo>
                      <a:pt x="123457" y="184518"/>
                      <a:pt x="128568" y="178161"/>
                      <a:pt x="136525" y="174625"/>
                    </a:cubicBezTo>
                    <a:cubicBezTo>
                      <a:pt x="142642" y="171907"/>
                      <a:pt x="149225" y="170392"/>
                      <a:pt x="155575" y="168275"/>
                    </a:cubicBezTo>
                    <a:lnTo>
                      <a:pt x="184150" y="158750"/>
                    </a:lnTo>
                    <a:lnTo>
                      <a:pt x="193675" y="155575"/>
                    </a:lnTo>
                    <a:cubicBezTo>
                      <a:pt x="196850" y="154517"/>
                      <a:pt x="199953" y="153212"/>
                      <a:pt x="203200" y="152400"/>
                    </a:cubicBezTo>
                    <a:cubicBezTo>
                      <a:pt x="211667" y="150283"/>
                      <a:pt x="219916" y="146918"/>
                      <a:pt x="228600" y="146050"/>
                    </a:cubicBezTo>
                    <a:lnTo>
                      <a:pt x="292100" y="139700"/>
                    </a:lnTo>
                    <a:cubicBezTo>
                      <a:pt x="298375" y="137608"/>
                      <a:pt x="306674" y="135770"/>
                      <a:pt x="311150" y="130175"/>
                    </a:cubicBezTo>
                    <a:cubicBezTo>
                      <a:pt x="313241" y="127562"/>
                      <a:pt x="312828" y="123643"/>
                      <a:pt x="314325" y="120650"/>
                    </a:cubicBezTo>
                    <a:cubicBezTo>
                      <a:pt x="326635" y="96031"/>
                      <a:pt x="315870" y="125541"/>
                      <a:pt x="323850" y="101600"/>
                    </a:cubicBezTo>
                    <a:cubicBezTo>
                      <a:pt x="323712" y="99949"/>
                      <a:pt x="322818" y="52943"/>
                      <a:pt x="314325" y="44450"/>
                    </a:cubicBezTo>
                    <a:cubicBezTo>
                      <a:pt x="286498" y="16623"/>
                      <a:pt x="321797" y="50677"/>
                      <a:pt x="295275" y="28575"/>
                    </a:cubicBezTo>
                    <a:cubicBezTo>
                      <a:pt x="291826" y="25700"/>
                      <a:pt x="289675" y="21231"/>
                      <a:pt x="285750" y="19050"/>
                    </a:cubicBezTo>
                    <a:cubicBezTo>
                      <a:pt x="279899" y="15799"/>
                      <a:pt x="273050" y="14817"/>
                      <a:pt x="266700" y="12700"/>
                    </a:cubicBezTo>
                    <a:lnTo>
                      <a:pt x="247650" y="6350"/>
                    </a:lnTo>
                    <a:cubicBezTo>
                      <a:pt x="244475" y="5292"/>
                      <a:pt x="241426" y="3725"/>
                      <a:pt x="238125" y="3175"/>
                    </a:cubicBezTo>
                    <a:lnTo>
                      <a:pt x="219075" y="0"/>
                    </a:lnTo>
                    <a:cubicBezTo>
                      <a:pt x="203200" y="1058"/>
                      <a:pt x="187200" y="925"/>
                      <a:pt x="171450" y="3175"/>
                    </a:cubicBezTo>
                    <a:lnTo>
                      <a:pt x="142875" y="12700"/>
                    </a:lnTo>
                    <a:lnTo>
                      <a:pt x="133350" y="15875"/>
                    </a:lnTo>
                    <a:cubicBezTo>
                      <a:pt x="130175" y="19050"/>
                      <a:pt x="127724" y="23172"/>
                      <a:pt x="123825" y="25400"/>
                    </a:cubicBezTo>
                    <a:cubicBezTo>
                      <a:pt x="111826" y="32257"/>
                      <a:pt x="88607" y="26323"/>
                      <a:pt x="79375" y="25400"/>
                    </a:cubicBezTo>
                    <a:lnTo>
                      <a:pt x="60325" y="19050"/>
                    </a:lnTo>
                    <a:lnTo>
                      <a:pt x="50800" y="15875"/>
                    </a:lnTo>
                    <a:cubicBezTo>
                      <a:pt x="47625" y="14817"/>
                      <a:pt x="44622" y="12700"/>
                      <a:pt x="41275" y="12700"/>
                    </a:cubicBezTo>
                    <a:lnTo>
                      <a:pt x="38100" y="9525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8DD0A40B-0FF1-5756-FAD0-1F2EE25776A9}"/>
                  </a:ext>
                </a:extLst>
              </p:cNvPr>
              <p:cNvSpPr/>
              <p:nvPr/>
            </p:nvSpPr>
            <p:spPr>
              <a:xfrm>
                <a:off x="2981325" y="311150"/>
                <a:ext cx="295275" cy="279400"/>
              </a:xfrm>
              <a:custGeom>
                <a:avLst/>
                <a:gdLst>
                  <a:gd name="csX0" fmla="*/ 266700 w 295275"/>
                  <a:gd name="csY0" fmla="*/ 9525 h 279400"/>
                  <a:gd name="csX1" fmla="*/ 250825 w 295275"/>
                  <a:gd name="csY1" fmla="*/ 12700 h 279400"/>
                  <a:gd name="csX2" fmla="*/ 190500 w 295275"/>
                  <a:gd name="csY2" fmla="*/ 6350 h 279400"/>
                  <a:gd name="csX3" fmla="*/ 158750 w 295275"/>
                  <a:gd name="csY3" fmla="*/ 0 h 279400"/>
                  <a:gd name="csX4" fmla="*/ 114300 w 295275"/>
                  <a:gd name="csY4" fmla="*/ 3175 h 279400"/>
                  <a:gd name="csX5" fmla="*/ 104775 w 295275"/>
                  <a:gd name="csY5" fmla="*/ 6350 h 279400"/>
                  <a:gd name="csX6" fmla="*/ 95250 w 295275"/>
                  <a:gd name="csY6" fmla="*/ 25400 h 279400"/>
                  <a:gd name="csX7" fmla="*/ 88900 w 295275"/>
                  <a:gd name="csY7" fmla="*/ 34925 h 279400"/>
                  <a:gd name="csX8" fmla="*/ 82550 w 295275"/>
                  <a:gd name="csY8" fmla="*/ 53975 h 279400"/>
                  <a:gd name="csX9" fmla="*/ 73025 w 295275"/>
                  <a:gd name="csY9" fmla="*/ 73025 h 279400"/>
                  <a:gd name="csX10" fmla="*/ 69850 w 295275"/>
                  <a:gd name="csY10" fmla="*/ 88900 h 279400"/>
                  <a:gd name="csX11" fmla="*/ 63500 w 295275"/>
                  <a:gd name="csY11" fmla="*/ 117475 h 279400"/>
                  <a:gd name="csX12" fmla="*/ 57150 w 295275"/>
                  <a:gd name="csY12" fmla="*/ 127000 h 279400"/>
                  <a:gd name="csX13" fmla="*/ 53975 w 295275"/>
                  <a:gd name="csY13" fmla="*/ 136525 h 279400"/>
                  <a:gd name="csX14" fmla="*/ 25400 w 295275"/>
                  <a:gd name="csY14" fmla="*/ 152400 h 279400"/>
                  <a:gd name="csX15" fmla="*/ 3175 w 295275"/>
                  <a:gd name="csY15" fmla="*/ 180975 h 279400"/>
                  <a:gd name="csX16" fmla="*/ 0 w 295275"/>
                  <a:gd name="csY16" fmla="*/ 190500 h 279400"/>
                  <a:gd name="csX17" fmla="*/ 6350 w 295275"/>
                  <a:gd name="csY17" fmla="*/ 222250 h 279400"/>
                  <a:gd name="csX18" fmla="*/ 9525 w 295275"/>
                  <a:gd name="csY18" fmla="*/ 231775 h 279400"/>
                  <a:gd name="csX19" fmla="*/ 22225 w 295275"/>
                  <a:gd name="csY19" fmla="*/ 250825 h 279400"/>
                  <a:gd name="csX20" fmla="*/ 41275 w 295275"/>
                  <a:gd name="csY20" fmla="*/ 263525 h 279400"/>
                  <a:gd name="csX21" fmla="*/ 85725 w 295275"/>
                  <a:gd name="csY21" fmla="*/ 276225 h 279400"/>
                  <a:gd name="csX22" fmla="*/ 114300 w 295275"/>
                  <a:gd name="csY22" fmla="*/ 279400 h 279400"/>
                  <a:gd name="csX23" fmla="*/ 228600 w 295275"/>
                  <a:gd name="csY23" fmla="*/ 269875 h 279400"/>
                  <a:gd name="csX24" fmla="*/ 260350 w 295275"/>
                  <a:gd name="csY24" fmla="*/ 263525 h 279400"/>
                  <a:gd name="csX25" fmla="*/ 269875 w 295275"/>
                  <a:gd name="csY25" fmla="*/ 260350 h 279400"/>
                  <a:gd name="csX26" fmla="*/ 279400 w 295275"/>
                  <a:gd name="csY26" fmla="*/ 254000 h 279400"/>
                  <a:gd name="csX27" fmla="*/ 285750 w 295275"/>
                  <a:gd name="csY27" fmla="*/ 234950 h 279400"/>
                  <a:gd name="csX28" fmla="*/ 279400 w 295275"/>
                  <a:gd name="csY28" fmla="*/ 177800 h 279400"/>
                  <a:gd name="csX29" fmla="*/ 282575 w 295275"/>
                  <a:gd name="csY29" fmla="*/ 107950 h 279400"/>
                  <a:gd name="csX30" fmla="*/ 288925 w 295275"/>
                  <a:gd name="csY30" fmla="*/ 76200 h 279400"/>
                  <a:gd name="csX31" fmla="*/ 295275 w 295275"/>
                  <a:gd name="csY31" fmla="*/ 38100 h 279400"/>
                  <a:gd name="csX32" fmla="*/ 292100 w 295275"/>
                  <a:gd name="csY32" fmla="*/ 28575 h 279400"/>
                  <a:gd name="csX33" fmla="*/ 263525 w 295275"/>
                  <a:gd name="csY33" fmla="*/ 15875 h 279400"/>
                  <a:gd name="csX34" fmla="*/ 247650 w 295275"/>
                  <a:gd name="csY34" fmla="*/ 12700 h 279400"/>
                  <a:gd name="csX35" fmla="*/ 266700 w 295275"/>
                  <a:gd name="csY35" fmla="*/ 9525 h 279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</a:cxnLst>
                <a:rect l="l" t="t" r="r" b="b"/>
                <a:pathLst>
                  <a:path w="295275" h="279400">
                    <a:moveTo>
                      <a:pt x="266700" y="9525"/>
                    </a:moveTo>
                    <a:cubicBezTo>
                      <a:pt x="267229" y="9525"/>
                      <a:pt x="256221" y="12700"/>
                      <a:pt x="250825" y="12700"/>
                    </a:cubicBezTo>
                    <a:cubicBezTo>
                      <a:pt x="238082" y="12700"/>
                      <a:pt x="206071" y="9098"/>
                      <a:pt x="190500" y="6350"/>
                    </a:cubicBezTo>
                    <a:cubicBezTo>
                      <a:pt x="179871" y="4474"/>
                      <a:pt x="158750" y="0"/>
                      <a:pt x="158750" y="0"/>
                    </a:cubicBezTo>
                    <a:cubicBezTo>
                      <a:pt x="143933" y="1058"/>
                      <a:pt x="129053" y="1439"/>
                      <a:pt x="114300" y="3175"/>
                    </a:cubicBezTo>
                    <a:cubicBezTo>
                      <a:pt x="110976" y="3566"/>
                      <a:pt x="107388" y="4259"/>
                      <a:pt x="104775" y="6350"/>
                    </a:cubicBezTo>
                    <a:cubicBezTo>
                      <a:pt x="97192" y="12416"/>
                      <a:pt x="99085" y="17731"/>
                      <a:pt x="95250" y="25400"/>
                    </a:cubicBezTo>
                    <a:cubicBezTo>
                      <a:pt x="93543" y="28813"/>
                      <a:pt x="90450" y="31438"/>
                      <a:pt x="88900" y="34925"/>
                    </a:cubicBezTo>
                    <a:cubicBezTo>
                      <a:pt x="86182" y="41042"/>
                      <a:pt x="86263" y="48406"/>
                      <a:pt x="82550" y="53975"/>
                    </a:cubicBezTo>
                    <a:cubicBezTo>
                      <a:pt x="76342" y="63287"/>
                      <a:pt x="75654" y="62509"/>
                      <a:pt x="73025" y="73025"/>
                    </a:cubicBezTo>
                    <a:cubicBezTo>
                      <a:pt x="71716" y="78260"/>
                      <a:pt x="70815" y="83591"/>
                      <a:pt x="69850" y="88900"/>
                    </a:cubicBezTo>
                    <a:cubicBezTo>
                      <a:pt x="68456" y="96565"/>
                      <a:pt x="67499" y="109478"/>
                      <a:pt x="63500" y="117475"/>
                    </a:cubicBezTo>
                    <a:cubicBezTo>
                      <a:pt x="61793" y="120888"/>
                      <a:pt x="58857" y="123587"/>
                      <a:pt x="57150" y="127000"/>
                    </a:cubicBezTo>
                    <a:cubicBezTo>
                      <a:pt x="55653" y="129993"/>
                      <a:pt x="56342" y="134158"/>
                      <a:pt x="53975" y="136525"/>
                    </a:cubicBezTo>
                    <a:cubicBezTo>
                      <a:pt x="43058" y="147442"/>
                      <a:pt x="37378" y="148407"/>
                      <a:pt x="25400" y="152400"/>
                    </a:cubicBezTo>
                    <a:cubicBezTo>
                      <a:pt x="17182" y="160618"/>
                      <a:pt x="6973" y="169582"/>
                      <a:pt x="3175" y="180975"/>
                    </a:cubicBezTo>
                    <a:lnTo>
                      <a:pt x="0" y="190500"/>
                    </a:lnTo>
                    <a:cubicBezTo>
                      <a:pt x="2117" y="201083"/>
                      <a:pt x="2937" y="212011"/>
                      <a:pt x="6350" y="222250"/>
                    </a:cubicBezTo>
                    <a:cubicBezTo>
                      <a:pt x="7408" y="225425"/>
                      <a:pt x="7900" y="228849"/>
                      <a:pt x="9525" y="231775"/>
                    </a:cubicBezTo>
                    <a:cubicBezTo>
                      <a:pt x="13231" y="238446"/>
                      <a:pt x="15875" y="246592"/>
                      <a:pt x="22225" y="250825"/>
                    </a:cubicBezTo>
                    <a:cubicBezTo>
                      <a:pt x="28575" y="255058"/>
                      <a:pt x="34035" y="261112"/>
                      <a:pt x="41275" y="263525"/>
                    </a:cubicBezTo>
                    <a:cubicBezTo>
                      <a:pt x="53316" y="267539"/>
                      <a:pt x="73765" y="274896"/>
                      <a:pt x="85725" y="276225"/>
                    </a:cubicBezTo>
                    <a:lnTo>
                      <a:pt x="114300" y="279400"/>
                    </a:lnTo>
                    <a:cubicBezTo>
                      <a:pt x="160223" y="277313"/>
                      <a:pt x="186043" y="278386"/>
                      <a:pt x="228600" y="269875"/>
                    </a:cubicBezTo>
                    <a:cubicBezTo>
                      <a:pt x="239183" y="267758"/>
                      <a:pt x="250111" y="266938"/>
                      <a:pt x="260350" y="263525"/>
                    </a:cubicBezTo>
                    <a:cubicBezTo>
                      <a:pt x="263525" y="262467"/>
                      <a:pt x="266882" y="261847"/>
                      <a:pt x="269875" y="260350"/>
                    </a:cubicBezTo>
                    <a:cubicBezTo>
                      <a:pt x="273288" y="258643"/>
                      <a:pt x="276225" y="256117"/>
                      <a:pt x="279400" y="254000"/>
                    </a:cubicBezTo>
                    <a:cubicBezTo>
                      <a:pt x="281517" y="247650"/>
                      <a:pt x="286580" y="241592"/>
                      <a:pt x="285750" y="234950"/>
                    </a:cubicBezTo>
                    <a:cubicBezTo>
                      <a:pt x="281256" y="198996"/>
                      <a:pt x="283424" y="218040"/>
                      <a:pt x="279400" y="177800"/>
                    </a:cubicBezTo>
                    <a:cubicBezTo>
                      <a:pt x="280458" y="154517"/>
                      <a:pt x="280914" y="131198"/>
                      <a:pt x="282575" y="107950"/>
                    </a:cubicBezTo>
                    <a:cubicBezTo>
                      <a:pt x="283557" y="94197"/>
                      <a:pt x="286161" y="88637"/>
                      <a:pt x="288925" y="76200"/>
                    </a:cubicBezTo>
                    <a:cubicBezTo>
                      <a:pt x="292639" y="59486"/>
                      <a:pt x="292624" y="56654"/>
                      <a:pt x="295275" y="38100"/>
                    </a:cubicBezTo>
                    <a:cubicBezTo>
                      <a:pt x="294217" y="34925"/>
                      <a:pt x="294191" y="31188"/>
                      <a:pt x="292100" y="28575"/>
                    </a:cubicBezTo>
                    <a:cubicBezTo>
                      <a:pt x="287033" y="22241"/>
                      <a:pt x="268607" y="16891"/>
                      <a:pt x="263525" y="15875"/>
                    </a:cubicBezTo>
                    <a:cubicBezTo>
                      <a:pt x="258233" y="14817"/>
                      <a:pt x="252885" y="11391"/>
                      <a:pt x="247650" y="12700"/>
                    </a:cubicBezTo>
                    <a:cubicBezTo>
                      <a:pt x="245354" y="13274"/>
                      <a:pt x="266171" y="9525"/>
                      <a:pt x="266700" y="9525"/>
                    </a:cubicBez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CEFE7A04-8423-DC93-4908-2B8F6883F87C}"/>
                  </a:ext>
                </a:extLst>
              </p:cNvPr>
              <p:cNvSpPr/>
              <p:nvPr/>
            </p:nvSpPr>
            <p:spPr>
              <a:xfrm>
                <a:off x="2819400" y="495300"/>
                <a:ext cx="139988" cy="89054"/>
              </a:xfrm>
              <a:custGeom>
                <a:avLst/>
                <a:gdLst>
                  <a:gd name="csX0" fmla="*/ 88900 w 139988"/>
                  <a:gd name="csY0" fmla="*/ 12700 h 89054"/>
                  <a:gd name="csX1" fmla="*/ 73025 w 139988"/>
                  <a:gd name="csY1" fmla="*/ 15875 h 89054"/>
                  <a:gd name="csX2" fmla="*/ 63500 w 139988"/>
                  <a:gd name="csY2" fmla="*/ 12700 h 89054"/>
                  <a:gd name="csX3" fmla="*/ 53975 w 139988"/>
                  <a:gd name="csY3" fmla="*/ 15875 h 89054"/>
                  <a:gd name="csX4" fmla="*/ 34925 w 139988"/>
                  <a:gd name="csY4" fmla="*/ 19050 h 89054"/>
                  <a:gd name="csX5" fmla="*/ 15875 w 139988"/>
                  <a:gd name="csY5" fmla="*/ 25400 h 89054"/>
                  <a:gd name="csX6" fmla="*/ 6350 w 139988"/>
                  <a:gd name="csY6" fmla="*/ 34925 h 89054"/>
                  <a:gd name="csX7" fmla="*/ 0 w 139988"/>
                  <a:gd name="csY7" fmla="*/ 53975 h 89054"/>
                  <a:gd name="csX8" fmla="*/ 3175 w 139988"/>
                  <a:gd name="csY8" fmla="*/ 82550 h 89054"/>
                  <a:gd name="csX9" fmla="*/ 12700 w 139988"/>
                  <a:gd name="csY9" fmla="*/ 88900 h 89054"/>
                  <a:gd name="csX10" fmla="*/ 60325 w 139988"/>
                  <a:gd name="csY10" fmla="*/ 85725 h 89054"/>
                  <a:gd name="csX11" fmla="*/ 123825 w 139988"/>
                  <a:gd name="csY11" fmla="*/ 82550 h 89054"/>
                  <a:gd name="csX12" fmla="*/ 130175 w 139988"/>
                  <a:gd name="csY12" fmla="*/ 22225 h 89054"/>
                  <a:gd name="csX13" fmla="*/ 114300 w 139988"/>
                  <a:gd name="csY13" fmla="*/ 0 h 89054"/>
                  <a:gd name="csX14" fmla="*/ 79375 w 139988"/>
                  <a:gd name="csY14" fmla="*/ 3175 h 89054"/>
                  <a:gd name="csX15" fmla="*/ 88900 w 139988"/>
                  <a:gd name="csY15" fmla="*/ 12700 h 890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139988" h="89054">
                    <a:moveTo>
                      <a:pt x="88900" y="12700"/>
                    </a:moveTo>
                    <a:cubicBezTo>
                      <a:pt x="87842" y="14817"/>
                      <a:pt x="78421" y="15875"/>
                      <a:pt x="73025" y="15875"/>
                    </a:cubicBezTo>
                    <a:cubicBezTo>
                      <a:pt x="69678" y="15875"/>
                      <a:pt x="66847" y="12700"/>
                      <a:pt x="63500" y="12700"/>
                    </a:cubicBezTo>
                    <a:cubicBezTo>
                      <a:pt x="60153" y="12700"/>
                      <a:pt x="57242" y="15149"/>
                      <a:pt x="53975" y="15875"/>
                    </a:cubicBezTo>
                    <a:cubicBezTo>
                      <a:pt x="47691" y="17272"/>
                      <a:pt x="41170" y="17489"/>
                      <a:pt x="34925" y="19050"/>
                    </a:cubicBezTo>
                    <a:cubicBezTo>
                      <a:pt x="28431" y="20673"/>
                      <a:pt x="15875" y="25400"/>
                      <a:pt x="15875" y="25400"/>
                    </a:cubicBezTo>
                    <a:cubicBezTo>
                      <a:pt x="12700" y="28575"/>
                      <a:pt x="8531" y="31000"/>
                      <a:pt x="6350" y="34925"/>
                    </a:cubicBezTo>
                    <a:cubicBezTo>
                      <a:pt x="3099" y="40776"/>
                      <a:pt x="0" y="53975"/>
                      <a:pt x="0" y="53975"/>
                    </a:cubicBezTo>
                    <a:cubicBezTo>
                      <a:pt x="1058" y="63500"/>
                      <a:pt x="-100" y="73543"/>
                      <a:pt x="3175" y="82550"/>
                    </a:cubicBezTo>
                    <a:cubicBezTo>
                      <a:pt x="4479" y="86136"/>
                      <a:pt x="8890" y="88688"/>
                      <a:pt x="12700" y="88900"/>
                    </a:cubicBezTo>
                    <a:cubicBezTo>
                      <a:pt x="28586" y="89783"/>
                      <a:pt x="44441" y="86633"/>
                      <a:pt x="60325" y="85725"/>
                    </a:cubicBezTo>
                    <a:lnTo>
                      <a:pt x="123825" y="82550"/>
                    </a:lnTo>
                    <a:cubicBezTo>
                      <a:pt x="150743" y="73577"/>
                      <a:pt x="137568" y="81372"/>
                      <a:pt x="130175" y="22225"/>
                    </a:cubicBezTo>
                    <a:cubicBezTo>
                      <a:pt x="127598" y="1611"/>
                      <a:pt x="127759" y="4486"/>
                      <a:pt x="114300" y="0"/>
                    </a:cubicBezTo>
                    <a:cubicBezTo>
                      <a:pt x="102658" y="1058"/>
                      <a:pt x="90548" y="-263"/>
                      <a:pt x="79375" y="3175"/>
                    </a:cubicBezTo>
                    <a:cubicBezTo>
                      <a:pt x="75728" y="4297"/>
                      <a:pt x="89958" y="10583"/>
                      <a:pt x="88900" y="12700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7D98E942-2A0C-3004-B618-FA48AACE9651}"/>
                  </a:ext>
                </a:extLst>
              </p:cNvPr>
              <p:cNvSpPr/>
              <p:nvPr/>
            </p:nvSpPr>
            <p:spPr>
              <a:xfrm>
                <a:off x="2692400" y="533400"/>
                <a:ext cx="247650" cy="333375"/>
              </a:xfrm>
              <a:custGeom>
                <a:avLst/>
                <a:gdLst>
                  <a:gd name="csX0" fmla="*/ 174625 w 247650"/>
                  <a:gd name="csY0" fmla="*/ 88900 h 333375"/>
                  <a:gd name="csX1" fmla="*/ 101600 w 247650"/>
                  <a:gd name="csY1" fmla="*/ 88900 h 333375"/>
                  <a:gd name="csX2" fmla="*/ 92075 w 247650"/>
                  <a:gd name="csY2" fmla="*/ 82550 h 333375"/>
                  <a:gd name="csX3" fmla="*/ 82550 w 247650"/>
                  <a:gd name="csY3" fmla="*/ 63500 h 333375"/>
                  <a:gd name="csX4" fmla="*/ 85725 w 247650"/>
                  <a:gd name="csY4" fmla="*/ 53975 h 333375"/>
                  <a:gd name="csX5" fmla="*/ 79375 w 247650"/>
                  <a:gd name="csY5" fmla="*/ 19050 h 333375"/>
                  <a:gd name="csX6" fmla="*/ 73025 w 247650"/>
                  <a:gd name="csY6" fmla="*/ 9525 h 333375"/>
                  <a:gd name="csX7" fmla="*/ 38100 w 247650"/>
                  <a:gd name="csY7" fmla="*/ 0 h 333375"/>
                  <a:gd name="csX8" fmla="*/ 3175 w 247650"/>
                  <a:gd name="csY8" fmla="*/ 12700 h 333375"/>
                  <a:gd name="csX9" fmla="*/ 0 w 247650"/>
                  <a:gd name="csY9" fmla="*/ 22225 h 333375"/>
                  <a:gd name="csX10" fmla="*/ 3175 w 247650"/>
                  <a:gd name="csY10" fmla="*/ 101600 h 333375"/>
                  <a:gd name="csX11" fmla="*/ 9525 w 247650"/>
                  <a:gd name="csY11" fmla="*/ 142875 h 333375"/>
                  <a:gd name="csX12" fmla="*/ 12700 w 247650"/>
                  <a:gd name="csY12" fmla="*/ 152400 h 333375"/>
                  <a:gd name="csX13" fmla="*/ 22225 w 247650"/>
                  <a:gd name="csY13" fmla="*/ 158750 h 333375"/>
                  <a:gd name="csX14" fmla="*/ 28575 w 247650"/>
                  <a:gd name="csY14" fmla="*/ 168275 h 333375"/>
                  <a:gd name="csX15" fmla="*/ 22225 w 247650"/>
                  <a:gd name="csY15" fmla="*/ 212725 h 333375"/>
                  <a:gd name="csX16" fmla="*/ 19050 w 247650"/>
                  <a:gd name="csY16" fmla="*/ 231775 h 333375"/>
                  <a:gd name="csX17" fmla="*/ 15875 w 247650"/>
                  <a:gd name="csY17" fmla="*/ 244475 h 333375"/>
                  <a:gd name="csX18" fmla="*/ 12700 w 247650"/>
                  <a:gd name="csY18" fmla="*/ 266700 h 333375"/>
                  <a:gd name="csX19" fmla="*/ 19050 w 247650"/>
                  <a:gd name="csY19" fmla="*/ 311150 h 333375"/>
                  <a:gd name="csX20" fmla="*/ 22225 w 247650"/>
                  <a:gd name="csY20" fmla="*/ 320675 h 333375"/>
                  <a:gd name="csX21" fmla="*/ 44450 w 247650"/>
                  <a:gd name="csY21" fmla="*/ 330200 h 333375"/>
                  <a:gd name="csX22" fmla="*/ 66675 w 247650"/>
                  <a:gd name="csY22" fmla="*/ 333375 h 333375"/>
                  <a:gd name="csX23" fmla="*/ 149225 w 247650"/>
                  <a:gd name="csY23" fmla="*/ 330200 h 333375"/>
                  <a:gd name="csX24" fmla="*/ 165100 w 247650"/>
                  <a:gd name="csY24" fmla="*/ 327025 h 333375"/>
                  <a:gd name="csX25" fmla="*/ 174625 w 247650"/>
                  <a:gd name="csY25" fmla="*/ 320675 h 333375"/>
                  <a:gd name="csX26" fmla="*/ 180975 w 247650"/>
                  <a:gd name="csY26" fmla="*/ 311150 h 333375"/>
                  <a:gd name="csX27" fmla="*/ 187325 w 247650"/>
                  <a:gd name="csY27" fmla="*/ 292100 h 333375"/>
                  <a:gd name="csX28" fmla="*/ 196850 w 247650"/>
                  <a:gd name="csY28" fmla="*/ 219075 h 333375"/>
                  <a:gd name="csX29" fmla="*/ 203200 w 247650"/>
                  <a:gd name="csY29" fmla="*/ 209550 h 333375"/>
                  <a:gd name="csX30" fmla="*/ 212725 w 247650"/>
                  <a:gd name="csY30" fmla="*/ 206375 h 333375"/>
                  <a:gd name="csX31" fmla="*/ 222250 w 247650"/>
                  <a:gd name="csY31" fmla="*/ 200025 h 333375"/>
                  <a:gd name="csX32" fmla="*/ 228600 w 247650"/>
                  <a:gd name="csY32" fmla="*/ 190500 h 333375"/>
                  <a:gd name="csX33" fmla="*/ 238125 w 247650"/>
                  <a:gd name="csY33" fmla="*/ 184150 h 333375"/>
                  <a:gd name="csX34" fmla="*/ 241300 w 247650"/>
                  <a:gd name="csY34" fmla="*/ 174625 h 333375"/>
                  <a:gd name="csX35" fmla="*/ 247650 w 247650"/>
                  <a:gd name="csY35" fmla="*/ 165100 h 333375"/>
                  <a:gd name="csX36" fmla="*/ 244475 w 247650"/>
                  <a:gd name="csY36" fmla="*/ 123825 h 333375"/>
                  <a:gd name="csX37" fmla="*/ 241300 w 247650"/>
                  <a:gd name="csY37" fmla="*/ 114300 h 333375"/>
                  <a:gd name="csX38" fmla="*/ 234950 w 247650"/>
                  <a:gd name="csY38" fmla="*/ 104775 h 333375"/>
                  <a:gd name="csX39" fmla="*/ 206375 w 247650"/>
                  <a:gd name="csY39" fmla="*/ 92075 h 333375"/>
                  <a:gd name="csX40" fmla="*/ 187325 w 247650"/>
                  <a:gd name="csY40" fmla="*/ 88900 h 333375"/>
                  <a:gd name="csX41" fmla="*/ 174625 w 247650"/>
                  <a:gd name="csY41" fmla="*/ 88900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</a:cxnLst>
                <a:rect l="l" t="t" r="r" b="b"/>
                <a:pathLst>
                  <a:path w="247650" h="333375">
                    <a:moveTo>
                      <a:pt x="174625" y="88900"/>
                    </a:moveTo>
                    <a:cubicBezTo>
                      <a:pt x="160338" y="88900"/>
                      <a:pt x="148214" y="95559"/>
                      <a:pt x="101600" y="88900"/>
                    </a:cubicBezTo>
                    <a:cubicBezTo>
                      <a:pt x="97822" y="88360"/>
                      <a:pt x="95250" y="84667"/>
                      <a:pt x="92075" y="82550"/>
                    </a:cubicBezTo>
                    <a:cubicBezTo>
                      <a:pt x="88864" y="77734"/>
                      <a:pt x="82550" y="70073"/>
                      <a:pt x="82550" y="63500"/>
                    </a:cubicBezTo>
                    <a:cubicBezTo>
                      <a:pt x="82550" y="60153"/>
                      <a:pt x="84667" y="57150"/>
                      <a:pt x="85725" y="53975"/>
                    </a:cubicBezTo>
                    <a:cubicBezTo>
                      <a:pt x="85368" y="51835"/>
                      <a:pt x="80706" y="22600"/>
                      <a:pt x="79375" y="19050"/>
                    </a:cubicBezTo>
                    <a:cubicBezTo>
                      <a:pt x="78035" y="15477"/>
                      <a:pt x="76261" y="11547"/>
                      <a:pt x="73025" y="9525"/>
                    </a:cubicBezTo>
                    <a:cubicBezTo>
                      <a:pt x="65442" y="4786"/>
                      <a:pt x="47166" y="1813"/>
                      <a:pt x="38100" y="0"/>
                    </a:cubicBezTo>
                    <a:cubicBezTo>
                      <a:pt x="8998" y="7275"/>
                      <a:pt x="19962" y="1509"/>
                      <a:pt x="3175" y="12700"/>
                    </a:cubicBezTo>
                    <a:cubicBezTo>
                      <a:pt x="2117" y="15875"/>
                      <a:pt x="0" y="18878"/>
                      <a:pt x="0" y="22225"/>
                    </a:cubicBezTo>
                    <a:cubicBezTo>
                      <a:pt x="0" y="48704"/>
                      <a:pt x="1620" y="75166"/>
                      <a:pt x="3175" y="101600"/>
                    </a:cubicBezTo>
                    <a:cubicBezTo>
                      <a:pt x="4218" y="119323"/>
                      <a:pt x="5216" y="127794"/>
                      <a:pt x="9525" y="142875"/>
                    </a:cubicBezTo>
                    <a:cubicBezTo>
                      <a:pt x="10444" y="146093"/>
                      <a:pt x="10609" y="149787"/>
                      <a:pt x="12700" y="152400"/>
                    </a:cubicBezTo>
                    <a:cubicBezTo>
                      <a:pt x="15084" y="155380"/>
                      <a:pt x="19050" y="156633"/>
                      <a:pt x="22225" y="158750"/>
                    </a:cubicBezTo>
                    <a:cubicBezTo>
                      <a:pt x="24342" y="161925"/>
                      <a:pt x="28575" y="164459"/>
                      <a:pt x="28575" y="168275"/>
                    </a:cubicBezTo>
                    <a:cubicBezTo>
                      <a:pt x="28575" y="183242"/>
                      <a:pt x="24686" y="197962"/>
                      <a:pt x="22225" y="212725"/>
                    </a:cubicBezTo>
                    <a:cubicBezTo>
                      <a:pt x="21167" y="219075"/>
                      <a:pt x="20313" y="225462"/>
                      <a:pt x="19050" y="231775"/>
                    </a:cubicBezTo>
                    <a:cubicBezTo>
                      <a:pt x="18194" y="236054"/>
                      <a:pt x="16656" y="240182"/>
                      <a:pt x="15875" y="244475"/>
                    </a:cubicBezTo>
                    <a:cubicBezTo>
                      <a:pt x="14536" y="251838"/>
                      <a:pt x="13758" y="259292"/>
                      <a:pt x="12700" y="266700"/>
                    </a:cubicBezTo>
                    <a:cubicBezTo>
                      <a:pt x="20528" y="298011"/>
                      <a:pt x="10388" y="254847"/>
                      <a:pt x="19050" y="311150"/>
                    </a:cubicBezTo>
                    <a:cubicBezTo>
                      <a:pt x="19559" y="314458"/>
                      <a:pt x="20134" y="318062"/>
                      <a:pt x="22225" y="320675"/>
                    </a:cubicBezTo>
                    <a:cubicBezTo>
                      <a:pt x="27281" y="326995"/>
                      <a:pt x="37311" y="328902"/>
                      <a:pt x="44450" y="330200"/>
                    </a:cubicBezTo>
                    <a:cubicBezTo>
                      <a:pt x="51813" y="331539"/>
                      <a:pt x="59267" y="332317"/>
                      <a:pt x="66675" y="333375"/>
                    </a:cubicBezTo>
                    <a:cubicBezTo>
                      <a:pt x="94192" y="332317"/>
                      <a:pt x="121745" y="331973"/>
                      <a:pt x="149225" y="330200"/>
                    </a:cubicBezTo>
                    <a:cubicBezTo>
                      <a:pt x="154610" y="329853"/>
                      <a:pt x="160047" y="328920"/>
                      <a:pt x="165100" y="327025"/>
                    </a:cubicBezTo>
                    <a:cubicBezTo>
                      <a:pt x="168673" y="325685"/>
                      <a:pt x="171450" y="322792"/>
                      <a:pt x="174625" y="320675"/>
                    </a:cubicBezTo>
                    <a:cubicBezTo>
                      <a:pt x="176742" y="317500"/>
                      <a:pt x="179425" y="314637"/>
                      <a:pt x="180975" y="311150"/>
                    </a:cubicBezTo>
                    <a:cubicBezTo>
                      <a:pt x="183693" y="305033"/>
                      <a:pt x="187325" y="292100"/>
                      <a:pt x="187325" y="292100"/>
                    </a:cubicBezTo>
                    <a:cubicBezTo>
                      <a:pt x="187753" y="284818"/>
                      <a:pt x="185967" y="235400"/>
                      <a:pt x="196850" y="219075"/>
                    </a:cubicBezTo>
                    <a:cubicBezTo>
                      <a:pt x="198967" y="215900"/>
                      <a:pt x="200220" y="211934"/>
                      <a:pt x="203200" y="209550"/>
                    </a:cubicBezTo>
                    <a:cubicBezTo>
                      <a:pt x="205813" y="207459"/>
                      <a:pt x="209732" y="207872"/>
                      <a:pt x="212725" y="206375"/>
                    </a:cubicBezTo>
                    <a:cubicBezTo>
                      <a:pt x="216138" y="204668"/>
                      <a:pt x="219075" y="202142"/>
                      <a:pt x="222250" y="200025"/>
                    </a:cubicBezTo>
                    <a:cubicBezTo>
                      <a:pt x="224367" y="196850"/>
                      <a:pt x="225902" y="193198"/>
                      <a:pt x="228600" y="190500"/>
                    </a:cubicBezTo>
                    <a:cubicBezTo>
                      <a:pt x="231298" y="187802"/>
                      <a:pt x="235741" y="187130"/>
                      <a:pt x="238125" y="184150"/>
                    </a:cubicBezTo>
                    <a:cubicBezTo>
                      <a:pt x="240216" y="181537"/>
                      <a:pt x="239803" y="177618"/>
                      <a:pt x="241300" y="174625"/>
                    </a:cubicBezTo>
                    <a:cubicBezTo>
                      <a:pt x="243007" y="171212"/>
                      <a:pt x="245533" y="168275"/>
                      <a:pt x="247650" y="165100"/>
                    </a:cubicBezTo>
                    <a:cubicBezTo>
                      <a:pt x="246592" y="151342"/>
                      <a:pt x="246187" y="137517"/>
                      <a:pt x="244475" y="123825"/>
                    </a:cubicBezTo>
                    <a:cubicBezTo>
                      <a:pt x="244060" y="120504"/>
                      <a:pt x="242797" y="117293"/>
                      <a:pt x="241300" y="114300"/>
                    </a:cubicBezTo>
                    <a:cubicBezTo>
                      <a:pt x="239593" y="110887"/>
                      <a:pt x="237648" y="107473"/>
                      <a:pt x="234950" y="104775"/>
                    </a:cubicBezTo>
                    <a:cubicBezTo>
                      <a:pt x="228478" y="98303"/>
                      <a:pt x="213920" y="93333"/>
                      <a:pt x="206375" y="92075"/>
                    </a:cubicBezTo>
                    <a:cubicBezTo>
                      <a:pt x="200025" y="91017"/>
                      <a:pt x="193746" y="89359"/>
                      <a:pt x="187325" y="88900"/>
                    </a:cubicBezTo>
                    <a:cubicBezTo>
                      <a:pt x="178880" y="88297"/>
                      <a:pt x="188912" y="88900"/>
                      <a:pt x="174625" y="88900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Freeform 120">
                <a:extLst>
                  <a:ext uri="{FF2B5EF4-FFF2-40B4-BE49-F238E27FC236}">
                    <a16:creationId xmlns:a16="http://schemas.microsoft.com/office/drawing/2014/main" id="{9FE36541-9B2F-F0CA-C64B-6A53631B918E}"/>
                  </a:ext>
                </a:extLst>
              </p:cNvPr>
              <p:cNvSpPr/>
              <p:nvPr/>
            </p:nvSpPr>
            <p:spPr>
              <a:xfrm>
                <a:off x="2924175" y="619125"/>
                <a:ext cx="358775" cy="250825"/>
              </a:xfrm>
              <a:custGeom>
                <a:avLst/>
                <a:gdLst>
                  <a:gd name="csX0" fmla="*/ 69850 w 358775"/>
                  <a:gd name="csY0" fmla="*/ 3175 h 250825"/>
                  <a:gd name="csX1" fmla="*/ 44450 w 358775"/>
                  <a:gd name="csY1" fmla="*/ 15875 h 250825"/>
                  <a:gd name="csX2" fmla="*/ 38100 w 358775"/>
                  <a:gd name="csY2" fmla="*/ 34925 h 250825"/>
                  <a:gd name="csX3" fmla="*/ 44450 w 358775"/>
                  <a:gd name="csY3" fmla="*/ 44450 h 250825"/>
                  <a:gd name="csX4" fmla="*/ 53975 w 358775"/>
                  <a:gd name="csY4" fmla="*/ 79375 h 250825"/>
                  <a:gd name="csX5" fmla="*/ 50800 w 358775"/>
                  <a:gd name="csY5" fmla="*/ 107950 h 250825"/>
                  <a:gd name="csX6" fmla="*/ 31750 w 358775"/>
                  <a:gd name="csY6" fmla="*/ 146050 h 250825"/>
                  <a:gd name="csX7" fmla="*/ 19050 w 358775"/>
                  <a:gd name="csY7" fmla="*/ 165100 h 250825"/>
                  <a:gd name="csX8" fmla="*/ 12700 w 358775"/>
                  <a:gd name="csY8" fmla="*/ 174625 h 250825"/>
                  <a:gd name="csX9" fmla="*/ 6350 w 358775"/>
                  <a:gd name="csY9" fmla="*/ 184150 h 250825"/>
                  <a:gd name="csX10" fmla="*/ 0 w 358775"/>
                  <a:gd name="csY10" fmla="*/ 203200 h 250825"/>
                  <a:gd name="csX11" fmla="*/ 3175 w 358775"/>
                  <a:gd name="csY11" fmla="*/ 228600 h 250825"/>
                  <a:gd name="csX12" fmla="*/ 47625 w 358775"/>
                  <a:gd name="csY12" fmla="*/ 250825 h 250825"/>
                  <a:gd name="csX13" fmla="*/ 98425 w 358775"/>
                  <a:gd name="csY13" fmla="*/ 244475 h 250825"/>
                  <a:gd name="csX14" fmla="*/ 120650 w 358775"/>
                  <a:gd name="csY14" fmla="*/ 238125 h 250825"/>
                  <a:gd name="csX15" fmla="*/ 136525 w 358775"/>
                  <a:gd name="csY15" fmla="*/ 234950 h 250825"/>
                  <a:gd name="csX16" fmla="*/ 158750 w 358775"/>
                  <a:gd name="csY16" fmla="*/ 228600 h 250825"/>
                  <a:gd name="csX17" fmla="*/ 171450 w 358775"/>
                  <a:gd name="csY17" fmla="*/ 200025 h 250825"/>
                  <a:gd name="csX18" fmla="*/ 190500 w 358775"/>
                  <a:gd name="csY18" fmla="*/ 187325 h 250825"/>
                  <a:gd name="csX19" fmla="*/ 200025 w 358775"/>
                  <a:gd name="csY19" fmla="*/ 177800 h 250825"/>
                  <a:gd name="csX20" fmla="*/ 222250 w 358775"/>
                  <a:gd name="csY20" fmla="*/ 165100 h 250825"/>
                  <a:gd name="csX21" fmla="*/ 241300 w 358775"/>
                  <a:gd name="csY21" fmla="*/ 155575 h 250825"/>
                  <a:gd name="csX22" fmla="*/ 323850 w 358775"/>
                  <a:gd name="csY22" fmla="*/ 149225 h 250825"/>
                  <a:gd name="csX23" fmla="*/ 349250 w 358775"/>
                  <a:gd name="csY23" fmla="*/ 142875 h 250825"/>
                  <a:gd name="csX24" fmla="*/ 358775 w 358775"/>
                  <a:gd name="csY24" fmla="*/ 123825 h 250825"/>
                  <a:gd name="csX25" fmla="*/ 355600 w 358775"/>
                  <a:gd name="csY25" fmla="*/ 104775 h 250825"/>
                  <a:gd name="csX26" fmla="*/ 358775 w 358775"/>
                  <a:gd name="csY26" fmla="*/ 95250 h 250825"/>
                  <a:gd name="csX27" fmla="*/ 352425 w 358775"/>
                  <a:gd name="csY27" fmla="*/ 28575 h 250825"/>
                  <a:gd name="csX28" fmla="*/ 339725 w 358775"/>
                  <a:gd name="csY28" fmla="*/ 12700 h 250825"/>
                  <a:gd name="csX29" fmla="*/ 320675 w 358775"/>
                  <a:gd name="csY29" fmla="*/ 6350 h 250825"/>
                  <a:gd name="csX30" fmla="*/ 241300 w 358775"/>
                  <a:gd name="csY30" fmla="*/ 15875 h 250825"/>
                  <a:gd name="csX31" fmla="*/ 222250 w 358775"/>
                  <a:gd name="csY31" fmla="*/ 22225 h 250825"/>
                  <a:gd name="csX32" fmla="*/ 212725 w 358775"/>
                  <a:gd name="csY32" fmla="*/ 25400 h 250825"/>
                  <a:gd name="csX33" fmla="*/ 180975 w 358775"/>
                  <a:gd name="csY33" fmla="*/ 22225 h 250825"/>
                  <a:gd name="csX34" fmla="*/ 165100 w 358775"/>
                  <a:gd name="csY34" fmla="*/ 19050 h 250825"/>
                  <a:gd name="csX35" fmla="*/ 146050 w 358775"/>
                  <a:gd name="csY35" fmla="*/ 15875 h 250825"/>
                  <a:gd name="csX36" fmla="*/ 136525 w 358775"/>
                  <a:gd name="csY36" fmla="*/ 12700 h 250825"/>
                  <a:gd name="csX37" fmla="*/ 111125 w 358775"/>
                  <a:gd name="csY37" fmla="*/ 6350 h 250825"/>
                  <a:gd name="csX38" fmla="*/ 98425 w 358775"/>
                  <a:gd name="csY38" fmla="*/ 3175 h 250825"/>
                  <a:gd name="csX39" fmla="*/ 88900 w 358775"/>
                  <a:gd name="csY39" fmla="*/ 0 h 250825"/>
                  <a:gd name="csX40" fmla="*/ 69850 w 358775"/>
                  <a:gd name="csY40" fmla="*/ 3175 h 2508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</a:cxnLst>
                <a:rect l="l" t="t" r="r" b="b"/>
                <a:pathLst>
                  <a:path w="358775" h="250825">
                    <a:moveTo>
                      <a:pt x="69850" y="3175"/>
                    </a:moveTo>
                    <a:cubicBezTo>
                      <a:pt x="57589" y="5627"/>
                      <a:pt x="51120" y="3868"/>
                      <a:pt x="44450" y="15875"/>
                    </a:cubicBezTo>
                    <a:cubicBezTo>
                      <a:pt x="41199" y="21726"/>
                      <a:pt x="38100" y="34925"/>
                      <a:pt x="38100" y="34925"/>
                    </a:cubicBezTo>
                    <a:cubicBezTo>
                      <a:pt x="40217" y="38100"/>
                      <a:pt x="42900" y="40963"/>
                      <a:pt x="44450" y="44450"/>
                    </a:cubicBezTo>
                    <a:cubicBezTo>
                      <a:pt x="50309" y="57633"/>
                      <a:pt x="51259" y="65794"/>
                      <a:pt x="53975" y="79375"/>
                    </a:cubicBezTo>
                    <a:cubicBezTo>
                      <a:pt x="52917" y="88900"/>
                      <a:pt x="52680" y="98552"/>
                      <a:pt x="50800" y="107950"/>
                    </a:cubicBezTo>
                    <a:cubicBezTo>
                      <a:pt x="47044" y="126729"/>
                      <a:pt x="42453" y="129995"/>
                      <a:pt x="31750" y="146050"/>
                    </a:cubicBezTo>
                    <a:lnTo>
                      <a:pt x="19050" y="165100"/>
                    </a:lnTo>
                    <a:lnTo>
                      <a:pt x="12700" y="174625"/>
                    </a:lnTo>
                    <a:cubicBezTo>
                      <a:pt x="10583" y="177800"/>
                      <a:pt x="7557" y="180530"/>
                      <a:pt x="6350" y="184150"/>
                    </a:cubicBezTo>
                    <a:lnTo>
                      <a:pt x="0" y="203200"/>
                    </a:lnTo>
                    <a:cubicBezTo>
                      <a:pt x="1058" y="211667"/>
                      <a:pt x="1387" y="220257"/>
                      <a:pt x="3175" y="228600"/>
                    </a:cubicBezTo>
                    <a:cubicBezTo>
                      <a:pt x="9780" y="259425"/>
                      <a:pt x="10041" y="247693"/>
                      <a:pt x="47625" y="250825"/>
                    </a:cubicBezTo>
                    <a:cubicBezTo>
                      <a:pt x="61260" y="249310"/>
                      <a:pt x="84187" y="247064"/>
                      <a:pt x="98425" y="244475"/>
                    </a:cubicBezTo>
                    <a:cubicBezTo>
                      <a:pt x="120201" y="240516"/>
                      <a:pt x="102515" y="242659"/>
                      <a:pt x="120650" y="238125"/>
                    </a:cubicBezTo>
                    <a:cubicBezTo>
                      <a:pt x="125885" y="236816"/>
                      <a:pt x="131257" y="236121"/>
                      <a:pt x="136525" y="234950"/>
                    </a:cubicBezTo>
                    <a:cubicBezTo>
                      <a:pt x="148485" y="232292"/>
                      <a:pt x="148143" y="232136"/>
                      <a:pt x="158750" y="228600"/>
                    </a:cubicBezTo>
                    <a:cubicBezTo>
                      <a:pt x="161115" y="221505"/>
                      <a:pt x="164347" y="206240"/>
                      <a:pt x="171450" y="200025"/>
                    </a:cubicBezTo>
                    <a:cubicBezTo>
                      <a:pt x="177193" y="194999"/>
                      <a:pt x="185104" y="192721"/>
                      <a:pt x="190500" y="187325"/>
                    </a:cubicBezTo>
                    <a:cubicBezTo>
                      <a:pt x="193675" y="184150"/>
                      <a:pt x="196576" y="180675"/>
                      <a:pt x="200025" y="177800"/>
                    </a:cubicBezTo>
                    <a:cubicBezTo>
                      <a:pt x="208464" y="170768"/>
                      <a:pt x="212369" y="170746"/>
                      <a:pt x="222250" y="165100"/>
                    </a:cubicBezTo>
                    <a:cubicBezTo>
                      <a:pt x="230634" y="160309"/>
                      <a:pt x="231598" y="156961"/>
                      <a:pt x="241300" y="155575"/>
                    </a:cubicBezTo>
                    <a:cubicBezTo>
                      <a:pt x="257454" y="153267"/>
                      <a:pt x="311675" y="150037"/>
                      <a:pt x="323850" y="149225"/>
                    </a:cubicBezTo>
                    <a:cubicBezTo>
                      <a:pt x="324641" y="149067"/>
                      <a:pt x="345996" y="145478"/>
                      <a:pt x="349250" y="142875"/>
                    </a:cubicBezTo>
                    <a:cubicBezTo>
                      <a:pt x="354845" y="138399"/>
                      <a:pt x="356683" y="130100"/>
                      <a:pt x="358775" y="123825"/>
                    </a:cubicBezTo>
                    <a:cubicBezTo>
                      <a:pt x="357717" y="117475"/>
                      <a:pt x="355600" y="111213"/>
                      <a:pt x="355600" y="104775"/>
                    </a:cubicBezTo>
                    <a:cubicBezTo>
                      <a:pt x="355600" y="101428"/>
                      <a:pt x="358775" y="98597"/>
                      <a:pt x="358775" y="95250"/>
                    </a:cubicBezTo>
                    <a:cubicBezTo>
                      <a:pt x="358775" y="73554"/>
                      <a:pt x="357810" y="50117"/>
                      <a:pt x="352425" y="28575"/>
                    </a:cubicBezTo>
                    <a:cubicBezTo>
                      <a:pt x="349950" y="18677"/>
                      <a:pt x="349860" y="17205"/>
                      <a:pt x="339725" y="12700"/>
                    </a:cubicBezTo>
                    <a:cubicBezTo>
                      <a:pt x="333608" y="9982"/>
                      <a:pt x="320675" y="6350"/>
                      <a:pt x="320675" y="6350"/>
                    </a:cubicBezTo>
                    <a:cubicBezTo>
                      <a:pt x="253666" y="9877"/>
                      <a:pt x="279453" y="3157"/>
                      <a:pt x="241300" y="15875"/>
                    </a:cubicBezTo>
                    <a:lnTo>
                      <a:pt x="222250" y="22225"/>
                    </a:lnTo>
                    <a:lnTo>
                      <a:pt x="212725" y="25400"/>
                    </a:lnTo>
                    <a:cubicBezTo>
                      <a:pt x="202142" y="24342"/>
                      <a:pt x="191518" y="23631"/>
                      <a:pt x="180975" y="22225"/>
                    </a:cubicBezTo>
                    <a:cubicBezTo>
                      <a:pt x="175626" y="21512"/>
                      <a:pt x="170409" y="20015"/>
                      <a:pt x="165100" y="19050"/>
                    </a:cubicBezTo>
                    <a:cubicBezTo>
                      <a:pt x="158766" y="17898"/>
                      <a:pt x="152334" y="17272"/>
                      <a:pt x="146050" y="15875"/>
                    </a:cubicBezTo>
                    <a:cubicBezTo>
                      <a:pt x="142783" y="15149"/>
                      <a:pt x="139754" y="13581"/>
                      <a:pt x="136525" y="12700"/>
                    </a:cubicBezTo>
                    <a:cubicBezTo>
                      <a:pt x="128105" y="10404"/>
                      <a:pt x="119592" y="8467"/>
                      <a:pt x="111125" y="6350"/>
                    </a:cubicBezTo>
                    <a:cubicBezTo>
                      <a:pt x="106892" y="5292"/>
                      <a:pt x="102565" y="4555"/>
                      <a:pt x="98425" y="3175"/>
                    </a:cubicBezTo>
                    <a:lnTo>
                      <a:pt x="88900" y="0"/>
                    </a:lnTo>
                    <a:lnTo>
                      <a:pt x="69850" y="3175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Freeform 121">
                <a:extLst>
                  <a:ext uri="{FF2B5EF4-FFF2-40B4-BE49-F238E27FC236}">
                    <a16:creationId xmlns:a16="http://schemas.microsoft.com/office/drawing/2014/main" id="{5629E5E8-D64D-FD99-C458-44CD522D7C06}"/>
                  </a:ext>
                </a:extLst>
              </p:cNvPr>
              <p:cNvSpPr/>
              <p:nvPr/>
            </p:nvSpPr>
            <p:spPr>
              <a:xfrm>
                <a:off x="3143250" y="806249"/>
                <a:ext cx="127000" cy="60526"/>
              </a:xfrm>
              <a:custGeom>
                <a:avLst/>
                <a:gdLst>
                  <a:gd name="csX0" fmla="*/ 111125 w 127000"/>
                  <a:gd name="csY0" fmla="*/ 201 h 60526"/>
                  <a:gd name="csX1" fmla="*/ 95250 w 127000"/>
                  <a:gd name="csY1" fmla="*/ 3376 h 60526"/>
                  <a:gd name="csX2" fmla="*/ 38100 w 127000"/>
                  <a:gd name="csY2" fmla="*/ 9726 h 60526"/>
                  <a:gd name="csX3" fmla="*/ 15875 w 127000"/>
                  <a:gd name="csY3" fmla="*/ 12901 h 60526"/>
                  <a:gd name="csX4" fmla="*/ 6350 w 127000"/>
                  <a:gd name="csY4" fmla="*/ 16076 h 60526"/>
                  <a:gd name="csX5" fmla="*/ 0 w 127000"/>
                  <a:gd name="csY5" fmla="*/ 35126 h 60526"/>
                  <a:gd name="csX6" fmla="*/ 3175 w 127000"/>
                  <a:gd name="csY6" fmla="*/ 47826 h 60526"/>
                  <a:gd name="csX7" fmla="*/ 22225 w 127000"/>
                  <a:gd name="csY7" fmla="*/ 57351 h 60526"/>
                  <a:gd name="csX8" fmla="*/ 76200 w 127000"/>
                  <a:gd name="csY8" fmla="*/ 60526 h 60526"/>
                  <a:gd name="csX9" fmla="*/ 111125 w 127000"/>
                  <a:gd name="csY9" fmla="*/ 57351 h 60526"/>
                  <a:gd name="csX10" fmla="*/ 120650 w 127000"/>
                  <a:gd name="csY10" fmla="*/ 54176 h 60526"/>
                  <a:gd name="csX11" fmla="*/ 127000 w 127000"/>
                  <a:gd name="csY11" fmla="*/ 44651 h 60526"/>
                  <a:gd name="csX12" fmla="*/ 120650 w 127000"/>
                  <a:gd name="csY12" fmla="*/ 19251 h 60526"/>
                  <a:gd name="csX13" fmla="*/ 117475 w 127000"/>
                  <a:gd name="csY13" fmla="*/ 9726 h 60526"/>
                  <a:gd name="csX14" fmla="*/ 111125 w 127000"/>
                  <a:gd name="csY14" fmla="*/ 201 h 605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127000" h="60526">
                    <a:moveTo>
                      <a:pt x="111125" y="201"/>
                    </a:moveTo>
                    <a:cubicBezTo>
                      <a:pt x="107421" y="-857"/>
                      <a:pt x="100584" y="2555"/>
                      <a:pt x="95250" y="3376"/>
                    </a:cubicBezTo>
                    <a:cubicBezTo>
                      <a:pt x="72210" y="6921"/>
                      <a:pt x="62243" y="6886"/>
                      <a:pt x="38100" y="9726"/>
                    </a:cubicBezTo>
                    <a:cubicBezTo>
                      <a:pt x="30668" y="10600"/>
                      <a:pt x="23283" y="11843"/>
                      <a:pt x="15875" y="12901"/>
                    </a:cubicBezTo>
                    <a:cubicBezTo>
                      <a:pt x="12700" y="13959"/>
                      <a:pt x="8295" y="13353"/>
                      <a:pt x="6350" y="16076"/>
                    </a:cubicBezTo>
                    <a:cubicBezTo>
                      <a:pt x="2459" y="21523"/>
                      <a:pt x="0" y="35126"/>
                      <a:pt x="0" y="35126"/>
                    </a:cubicBezTo>
                    <a:cubicBezTo>
                      <a:pt x="1058" y="39359"/>
                      <a:pt x="754" y="44195"/>
                      <a:pt x="3175" y="47826"/>
                    </a:cubicBezTo>
                    <a:cubicBezTo>
                      <a:pt x="5660" y="51553"/>
                      <a:pt x="17697" y="56898"/>
                      <a:pt x="22225" y="57351"/>
                    </a:cubicBezTo>
                    <a:cubicBezTo>
                      <a:pt x="40158" y="59144"/>
                      <a:pt x="58208" y="59468"/>
                      <a:pt x="76200" y="60526"/>
                    </a:cubicBezTo>
                    <a:cubicBezTo>
                      <a:pt x="87842" y="59468"/>
                      <a:pt x="99553" y="59004"/>
                      <a:pt x="111125" y="57351"/>
                    </a:cubicBezTo>
                    <a:cubicBezTo>
                      <a:pt x="114438" y="56878"/>
                      <a:pt x="118037" y="56267"/>
                      <a:pt x="120650" y="54176"/>
                    </a:cubicBezTo>
                    <a:cubicBezTo>
                      <a:pt x="123630" y="51792"/>
                      <a:pt x="124883" y="47826"/>
                      <a:pt x="127000" y="44651"/>
                    </a:cubicBezTo>
                    <a:cubicBezTo>
                      <a:pt x="124883" y="36184"/>
                      <a:pt x="123410" y="27530"/>
                      <a:pt x="120650" y="19251"/>
                    </a:cubicBezTo>
                    <a:cubicBezTo>
                      <a:pt x="119592" y="16076"/>
                      <a:pt x="120198" y="11671"/>
                      <a:pt x="117475" y="9726"/>
                    </a:cubicBezTo>
                    <a:cubicBezTo>
                      <a:pt x="112028" y="5835"/>
                      <a:pt x="114829" y="1259"/>
                      <a:pt x="111125" y="201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47C94435-03ED-D6EA-F4B6-F9A59B220D2E}"/>
                </a:ext>
              </a:extLst>
            </p:cNvPr>
            <p:cNvSpPr txBox="1"/>
            <p:nvPr/>
          </p:nvSpPr>
          <p:spPr>
            <a:xfrm>
              <a:off x="1411408" y="698309"/>
              <a:ext cx="6238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ptos" panose="020B0004020202020204" pitchFamily="34" charset="0"/>
                </a:rPr>
                <a:t>Bulk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8A9435D9-4A60-E182-073E-CF9EC2752952}"/>
                </a:ext>
              </a:extLst>
            </p:cNvPr>
            <p:cNvSpPr txBox="1"/>
            <p:nvPr/>
          </p:nvSpPr>
          <p:spPr>
            <a:xfrm>
              <a:off x="2250928" y="516265"/>
              <a:ext cx="8622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ptos" panose="020B0004020202020204" pitchFamily="34" charset="0"/>
                </a:rPr>
                <a:t>Single</a:t>
              </a:r>
            </a:p>
            <a:p>
              <a:pPr algn="ctr"/>
              <a:r>
                <a:rPr lang="en-US" dirty="0">
                  <a:latin typeface="Aptos" panose="020B0004020202020204" pitchFamily="34" charset="0"/>
                </a:rPr>
                <a:t>Cell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E11B2F00-7210-9434-2E06-989347BC6BC2}"/>
                </a:ext>
              </a:extLst>
            </p:cNvPr>
            <p:cNvSpPr txBox="1"/>
            <p:nvPr/>
          </p:nvSpPr>
          <p:spPr>
            <a:xfrm>
              <a:off x="3194165" y="698309"/>
              <a:ext cx="8783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ptos" panose="020B0004020202020204" pitchFamily="34" charset="0"/>
                </a:rPr>
                <a:t>Spatial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5FC7920D-29C0-0A74-B480-0385C5F6C3E6}"/>
                </a:ext>
              </a:extLst>
            </p:cNvPr>
            <p:cNvSpPr txBox="1"/>
            <p:nvPr/>
          </p:nvSpPr>
          <p:spPr>
            <a:xfrm>
              <a:off x="1215038" y="1933743"/>
              <a:ext cx="10166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4">
                      <a:lumMod val="75000"/>
                    </a:schemeClr>
                  </a:solidFill>
                </a:rPr>
                <a:t>Phe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no</a:t>
              </a:r>
              <a:r>
                <a:rPr lang="en-US" sz="1400" dirty="0">
                  <a:solidFill>
                    <a:srgbClr val="C00000"/>
                  </a:solidFill>
                </a:rPr>
                <a:t>type</a:t>
              </a:r>
            </a:p>
          </p:txBody>
        </p:sp>
        <p:pic>
          <p:nvPicPr>
            <p:cNvPr id="150" name="Graphic 149" descr="Add with solid fill">
              <a:extLst>
                <a:ext uri="{FF2B5EF4-FFF2-40B4-BE49-F238E27FC236}">
                  <a16:creationId xmlns:a16="http://schemas.microsoft.com/office/drawing/2014/main" id="{ED0EDF14-7653-DB0B-0C4C-EE8D840BD0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623844" y="1813460"/>
              <a:ext cx="199015" cy="1990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9869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1713</TotalTime>
  <Words>6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Aptos Narrow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Brooks Avery Benard</dc:creator>
  <cp:lastModifiedBy>Brooks Avery Benard</cp:lastModifiedBy>
  <cp:revision>4</cp:revision>
  <dcterms:created xsi:type="dcterms:W3CDTF">2026-03-02T17:47:56Z</dcterms:created>
  <dcterms:modified xsi:type="dcterms:W3CDTF">2026-03-03T22:21:42Z</dcterms:modified>
</cp:coreProperties>
</file>